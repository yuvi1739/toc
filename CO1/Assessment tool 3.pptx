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77" r:id="rId4"/>
    <p:sldId id="258" r:id="rId5"/>
    <p:sldId id="259" r:id="rId6"/>
    <p:sldId id="278" r:id="rId7"/>
    <p:sldId id="276" r:id="rId8"/>
    <p:sldId id="260" r:id="rId9"/>
    <p:sldId id="261" r:id="rId10"/>
    <p:sldId id="262" r:id="rId11"/>
    <p:sldId id="279" r:id="rId12"/>
    <p:sldId id="280" r:id="rId13"/>
    <p:sldId id="281" r:id="rId14"/>
    <p:sldId id="264" r:id="rId15"/>
    <p:sldId id="270" r:id="rId16"/>
    <p:sldId id="268" r:id="rId17"/>
    <p:sldId id="269" r:id="rId18"/>
    <p:sldId id="272" r:id="rId19"/>
  </p:sldIdLst>
  <p:sldSz cx="24384000" cy="13716000"/>
  <p:notesSz cx="6858000" cy="9144000"/>
  <p:embeddedFontLst>
    <p:embeddedFont>
      <p:font typeface="Footlight MT Light" panose="0204060206030A020304" pitchFamily="18" charset="0"/>
      <p:regular r:id="rId21"/>
    </p:embeddedFont>
    <p:embeddedFont>
      <p:font typeface="Helvetica Neue" panose="020B060402020209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6" roundtripDataSignature="AMtx7mhoJ511EMnYNe7VAzbopb3bC5Tj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customschemas.google.com/relationships/presentationmetadata" Target="metadata" /><Relationship Id="rId3" Type="http://schemas.openxmlformats.org/officeDocument/2006/relationships/slide" Target="slides/slide2.xml" /><Relationship Id="rId21" Type="http://schemas.openxmlformats.org/officeDocument/2006/relationships/font" Target="fonts/font1.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5.fntdata"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29"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4.fntdata"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3.fntdata" /><Relationship Id="rId28"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2.fntdata" /><Relationship Id="rId27" Type="http://schemas.openxmlformats.org/officeDocument/2006/relationships/presProps" Target="presProps.xml" /><Relationship Id="rId30" Type="http://schemas.openxmlformats.org/officeDocument/2006/relationships/tableStyles" Target="tableStyles.xml" /></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5A9568-92BC-4195-8E23-8BA89B9216D2}" type="doc">
      <dgm:prSet loTypeId="urn:microsoft.com/office/officeart/2005/8/layout/matrix3" loCatId="matrix" qsTypeId="urn:microsoft.com/office/officeart/2005/8/quickstyle/3d3" qsCatId="3D" csTypeId="urn:microsoft.com/office/officeart/2005/8/colors/accent0_3" csCatId="mainScheme" phldr="1"/>
      <dgm:spPr/>
      <dgm:t>
        <a:bodyPr/>
        <a:lstStyle/>
        <a:p>
          <a:endParaRPr lang="en-US"/>
        </a:p>
      </dgm:t>
    </dgm:pt>
    <dgm:pt modelId="{668BB92A-E9DD-47EF-8C94-CB9611679B8E}">
      <dgm:prSet/>
      <dgm:spPr/>
      <dgm:t>
        <a:bodyPr/>
        <a:lstStyle/>
        <a:p>
          <a:r>
            <a:rPr lang="en-IN" b="0" i="0">
              <a:latin typeface="Times New Roman" panose="02020603050405020304" pitchFamily="18" charset="0"/>
              <a:cs typeface="Times New Roman" panose="02020603050405020304" pitchFamily="18" charset="0"/>
            </a:rPr>
            <a:t>Finite Automata is an important concept in TOC.</a:t>
          </a:r>
          <a:endParaRPr lang="en-IN" b="0" i="0" dirty="0">
            <a:latin typeface="Times New Roman" panose="02020603050405020304" pitchFamily="18" charset="0"/>
            <a:cs typeface="Times New Roman" panose="02020603050405020304" pitchFamily="18" charset="0"/>
          </a:endParaRPr>
        </a:p>
      </dgm:t>
    </dgm:pt>
    <dgm:pt modelId="{3234DCA1-1DF7-44E0-8E15-82D9A73BE390}" type="parTrans" cxnId="{8558B88C-0DBB-4953-9555-8772DFFA773D}">
      <dgm:prSet/>
      <dgm:spPr/>
      <dgm:t>
        <a:bodyPr/>
        <a:lstStyle/>
        <a:p>
          <a:endParaRPr lang="en-US"/>
        </a:p>
      </dgm:t>
    </dgm:pt>
    <dgm:pt modelId="{9D5DFDD4-41C8-47AA-B499-5804A8E5A21B}" type="sibTrans" cxnId="{8558B88C-0DBB-4953-9555-8772DFFA773D}">
      <dgm:prSet/>
      <dgm:spPr/>
      <dgm:t>
        <a:bodyPr/>
        <a:lstStyle/>
        <a:p>
          <a:endParaRPr lang="en-US"/>
        </a:p>
      </dgm:t>
    </dgm:pt>
    <dgm:pt modelId="{D41B4B0E-23DF-4A4D-8CB3-7CBCFF52A9AC}">
      <dgm:prSet/>
      <dgm:spPr/>
      <dgm:t>
        <a:bodyPr/>
        <a:lstStyle/>
        <a:p>
          <a:r>
            <a:rPr lang="en-GB" b="0" i="0">
              <a:latin typeface="Times New Roman" panose="02020603050405020304" pitchFamily="18" charset="0"/>
              <a:cs typeface="Times New Roman" panose="02020603050405020304" pitchFamily="18" charset="0"/>
            </a:rPr>
            <a:t>Manual simulation becomes difficult for complex inputs.</a:t>
          </a:r>
          <a:endParaRPr lang="en-IN" b="0" i="0" dirty="0">
            <a:latin typeface="Times New Roman" panose="02020603050405020304" pitchFamily="18" charset="0"/>
            <a:cs typeface="Times New Roman" panose="02020603050405020304" pitchFamily="18" charset="0"/>
          </a:endParaRPr>
        </a:p>
      </dgm:t>
    </dgm:pt>
    <dgm:pt modelId="{4BBBE4C9-1CA0-4EA5-9697-C5A40C1BCD88}" type="parTrans" cxnId="{CBDADF4A-57A8-402E-BC86-57BC8A0E3DC3}">
      <dgm:prSet/>
      <dgm:spPr/>
      <dgm:t>
        <a:bodyPr/>
        <a:lstStyle/>
        <a:p>
          <a:endParaRPr lang="en-US"/>
        </a:p>
      </dgm:t>
    </dgm:pt>
    <dgm:pt modelId="{0ED405CF-0287-409C-A9A6-EE657EBD5713}" type="sibTrans" cxnId="{CBDADF4A-57A8-402E-BC86-57BC8A0E3DC3}">
      <dgm:prSet/>
      <dgm:spPr/>
      <dgm:t>
        <a:bodyPr/>
        <a:lstStyle/>
        <a:p>
          <a:endParaRPr lang="en-US"/>
        </a:p>
      </dgm:t>
    </dgm:pt>
    <dgm:pt modelId="{6F61BA63-FB5E-4257-AFC2-B169D8909627}">
      <dgm:prSet/>
      <dgm:spPr/>
      <dgm:t>
        <a:bodyPr/>
        <a:lstStyle/>
        <a:p>
          <a:r>
            <a:rPr lang="en-GB" b="0" i="0">
              <a:latin typeface="Times New Roman" panose="02020603050405020304" pitchFamily="18" charset="0"/>
              <a:cs typeface="Times New Roman" panose="02020603050405020304" pitchFamily="18" charset="0"/>
            </a:rPr>
            <a:t>This project provides an interactive web-based solution.</a:t>
          </a:r>
          <a:endParaRPr lang="en-IN" b="0" i="0" dirty="0">
            <a:latin typeface="Times New Roman" panose="02020603050405020304" pitchFamily="18" charset="0"/>
            <a:cs typeface="Times New Roman" panose="02020603050405020304" pitchFamily="18" charset="0"/>
          </a:endParaRPr>
        </a:p>
      </dgm:t>
    </dgm:pt>
    <dgm:pt modelId="{EB988C90-3255-41A1-81AC-20901A090B45}" type="parTrans" cxnId="{1AF8C034-BBE7-4FF0-8206-4B13D86196EF}">
      <dgm:prSet/>
      <dgm:spPr/>
      <dgm:t>
        <a:bodyPr/>
        <a:lstStyle/>
        <a:p>
          <a:endParaRPr lang="en-US"/>
        </a:p>
      </dgm:t>
    </dgm:pt>
    <dgm:pt modelId="{8398E5B4-2179-4B59-87F1-8CE49365EB69}" type="sibTrans" cxnId="{1AF8C034-BBE7-4FF0-8206-4B13D86196EF}">
      <dgm:prSet/>
      <dgm:spPr/>
      <dgm:t>
        <a:bodyPr/>
        <a:lstStyle/>
        <a:p>
          <a:endParaRPr lang="en-US"/>
        </a:p>
      </dgm:t>
    </dgm:pt>
    <dgm:pt modelId="{315D60DE-BE01-4B87-8C83-F45213AAAF88}">
      <dgm:prSet/>
      <dgm:spPr/>
      <dgm:t>
        <a:bodyPr/>
        <a:lstStyle/>
        <a:p>
          <a:r>
            <a:rPr lang="en-GB" b="0" i="0">
              <a:latin typeface="Times New Roman" panose="02020603050405020304" pitchFamily="18" charset="0"/>
              <a:cs typeface="Times New Roman" panose="02020603050405020304" pitchFamily="18" charset="0"/>
            </a:rPr>
            <a:t>Users can create and visualize DFA and NFA.</a:t>
          </a:r>
          <a:endParaRPr lang="en-IN" b="0" i="0" dirty="0">
            <a:latin typeface="Times New Roman" panose="02020603050405020304" pitchFamily="18" charset="0"/>
            <a:cs typeface="Times New Roman" panose="02020603050405020304" pitchFamily="18" charset="0"/>
          </a:endParaRPr>
        </a:p>
      </dgm:t>
    </dgm:pt>
    <dgm:pt modelId="{8935C7D3-2525-44FE-BBE5-CD8926818A8B}" type="parTrans" cxnId="{E7FDD07E-3E49-4A0E-892C-4C3E6A54E207}">
      <dgm:prSet/>
      <dgm:spPr/>
      <dgm:t>
        <a:bodyPr/>
        <a:lstStyle/>
        <a:p>
          <a:endParaRPr lang="en-US"/>
        </a:p>
      </dgm:t>
    </dgm:pt>
    <dgm:pt modelId="{3695B12E-6091-41A8-BA44-99EC73BD47D8}" type="sibTrans" cxnId="{E7FDD07E-3E49-4A0E-892C-4C3E6A54E207}">
      <dgm:prSet/>
      <dgm:spPr/>
      <dgm:t>
        <a:bodyPr/>
        <a:lstStyle/>
        <a:p>
          <a:endParaRPr lang="en-US"/>
        </a:p>
      </dgm:t>
    </dgm:pt>
    <dgm:pt modelId="{14C10C3E-117E-4E2A-8808-1200FFF9894D}">
      <dgm:prSet/>
      <dgm:spPr/>
      <dgm:t>
        <a:bodyPr/>
        <a:lstStyle/>
        <a:p>
          <a:endParaRPr lang="en-IN"/>
        </a:p>
      </dgm:t>
    </dgm:pt>
    <dgm:pt modelId="{FEAA3DA8-AEC0-4237-A1B3-0429A2D29978}" type="parTrans" cxnId="{FC5901EA-0F15-41B2-91FB-E8E8E161862C}">
      <dgm:prSet/>
      <dgm:spPr/>
      <dgm:t>
        <a:bodyPr/>
        <a:lstStyle/>
        <a:p>
          <a:endParaRPr lang="en-US"/>
        </a:p>
      </dgm:t>
    </dgm:pt>
    <dgm:pt modelId="{40C9F67C-E805-4D93-B7F7-2CF0BC7D3C5C}" type="sibTrans" cxnId="{FC5901EA-0F15-41B2-91FB-E8E8E161862C}">
      <dgm:prSet/>
      <dgm:spPr/>
      <dgm:t>
        <a:bodyPr/>
        <a:lstStyle/>
        <a:p>
          <a:endParaRPr lang="en-US"/>
        </a:p>
      </dgm:t>
    </dgm:pt>
    <dgm:pt modelId="{A8823E90-2026-4E30-9AD5-4936E7882D6B}" type="pres">
      <dgm:prSet presAssocID="{9C5A9568-92BC-4195-8E23-8BA89B9216D2}" presName="matrix" presStyleCnt="0">
        <dgm:presLayoutVars>
          <dgm:chMax val="1"/>
          <dgm:dir/>
          <dgm:resizeHandles val="exact"/>
        </dgm:presLayoutVars>
      </dgm:prSet>
      <dgm:spPr/>
    </dgm:pt>
    <dgm:pt modelId="{E1A46A6C-D4EC-4F3C-A028-89A1E624A2B1}" type="pres">
      <dgm:prSet presAssocID="{9C5A9568-92BC-4195-8E23-8BA89B9216D2}" presName="diamond" presStyleLbl="bgShp" presStyleIdx="0" presStyleCnt="1"/>
      <dgm:spPr/>
    </dgm:pt>
    <dgm:pt modelId="{F2C244A9-C17F-48C3-B867-84EB58CFD5C6}" type="pres">
      <dgm:prSet presAssocID="{9C5A9568-92BC-4195-8E23-8BA89B9216D2}" presName="quad1" presStyleLbl="node1" presStyleIdx="0" presStyleCnt="4">
        <dgm:presLayoutVars>
          <dgm:chMax val="0"/>
          <dgm:chPref val="0"/>
          <dgm:bulletEnabled val="1"/>
        </dgm:presLayoutVars>
      </dgm:prSet>
      <dgm:spPr/>
    </dgm:pt>
    <dgm:pt modelId="{E16A0789-3742-47B3-9822-06F8A49E7B48}" type="pres">
      <dgm:prSet presAssocID="{9C5A9568-92BC-4195-8E23-8BA89B9216D2}" presName="quad2" presStyleLbl="node1" presStyleIdx="1" presStyleCnt="4">
        <dgm:presLayoutVars>
          <dgm:chMax val="0"/>
          <dgm:chPref val="0"/>
          <dgm:bulletEnabled val="1"/>
        </dgm:presLayoutVars>
      </dgm:prSet>
      <dgm:spPr/>
    </dgm:pt>
    <dgm:pt modelId="{4CF34572-32EB-4A30-804C-CD05AC985D41}" type="pres">
      <dgm:prSet presAssocID="{9C5A9568-92BC-4195-8E23-8BA89B9216D2}" presName="quad3" presStyleLbl="node1" presStyleIdx="2" presStyleCnt="4">
        <dgm:presLayoutVars>
          <dgm:chMax val="0"/>
          <dgm:chPref val="0"/>
          <dgm:bulletEnabled val="1"/>
        </dgm:presLayoutVars>
      </dgm:prSet>
      <dgm:spPr/>
    </dgm:pt>
    <dgm:pt modelId="{1E4BA8B0-84F9-45DB-81D6-3D0CED3FBEC7}" type="pres">
      <dgm:prSet presAssocID="{9C5A9568-92BC-4195-8E23-8BA89B9216D2}" presName="quad4" presStyleLbl="node1" presStyleIdx="3" presStyleCnt="4">
        <dgm:presLayoutVars>
          <dgm:chMax val="0"/>
          <dgm:chPref val="0"/>
          <dgm:bulletEnabled val="1"/>
        </dgm:presLayoutVars>
      </dgm:prSet>
      <dgm:spPr/>
    </dgm:pt>
  </dgm:ptLst>
  <dgm:cxnLst>
    <dgm:cxn modelId="{81172431-A62F-4F8C-820A-6B18B791586D}" type="presOf" srcId="{668BB92A-E9DD-47EF-8C94-CB9611679B8E}" destId="{F2C244A9-C17F-48C3-B867-84EB58CFD5C6}" srcOrd="0" destOrd="0" presId="urn:microsoft.com/office/officeart/2005/8/layout/matrix3"/>
    <dgm:cxn modelId="{1AF8C034-BBE7-4FF0-8206-4B13D86196EF}" srcId="{9C5A9568-92BC-4195-8E23-8BA89B9216D2}" destId="{6F61BA63-FB5E-4257-AFC2-B169D8909627}" srcOrd="2" destOrd="0" parTransId="{EB988C90-3255-41A1-81AC-20901A090B45}" sibTransId="{8398E5B4-2179-4B59-87F1-8CE49365EB69}"/>
    <dgm:cxn modelId="{B9770F38-789C-44A1-AEDF-0D830D400ABE}" type="presOf" srcId="{315D60DE-BE01-4B87-8C83-F45213AAAF88}" destId="{1E4BA8B0-84F9-45DB-81D6-3D0CED3FBEC7}" srcOrd="0" destOrd="0" presId="urn:microsoft.com/office/officeart/2005/8/layout/matrix3"/>
    <dgm:cxn modelId="{90BC9E5D-145C-41BE-8DB1-83671AE2FB03}" type="presOf" srcId="{D41B4B0E-23DF-4A4D-8CB3-7CBCFF52A9AC}" destId="{E16A0789-3742-47B3-9822-06F8A49E7B48}" srcOrd="0" destOrd="0" presId="urn:microsoft.com/office/officeart/2005/8/layout/matrix3"/>
    <dgm:cxn modelId="{CBDADF4A-57A8-402E-BC86-57BC8A0E3DC3}" srcId="{9C5A9568-92BC-4195-8E23-8BA89B9216D2}" destId="{D41B4B0E-23DF-4A4D-8CB3-7CBCFF52A9AC}" srcOrd="1" destOrd="0" parTransId="{4BBBE4C9-1CA0-4EA5-9697-C5A40C1BCD88}" sibTransId="{0ED405CF-0287-409C-A9A6-EE657EBD5713}"/>
    <dgm:cxn modelId="{E7FDD07E-3E49-4A0E-892C-4C3E6A54E207}" srcId="{9C5A9568-92BC-4195-8E23-8BA89B9216D2}" destId="{315D60DE-BE01-4B87-8C83-F45213AAAF88}" srcOrd="3" destOrd="0" parTransId="{8935C7D3-2525-44FE-BBE5-CD8926818A8B}" sibTransId="{3695B12E-6091-41A8-BA44-99EC73BD47D8}"/>
    <dgm:cxn modelId="{8558B88C-0DBB-4953-9555-8772DFFA773D}" srcId="{9C5A9568-92BC-4195-8E23-8BA89B9216D2}" destId="{668BB92A-E9DD-47EF-8C94-CB9611679B8E}" srcOrd="0" destOrd="0" parTransId="{3234DCA1-1DF7-44E0-8E15-82D9A73BE390}" sibTransId="{9D5DFDD4-41C8-47AA-B499-5804A8E5A21B}"/>
    <dgm:cxn modelId="{496019B8-1AE6-490F-B550-227857CECD7A}" type="presOf" srcId="{9C5A9568-92BC-4195-8E23-8BA89B9216D2}" destId="{A8823E90-2026-4E30-9AD5-4936E7882D6B}" srcOrd="0" destOrd="0" presId="urn:microsoft.com/office/officeart/2005/8/layout/matrix3"/>
    <dgm:cxn modelId="{FB9DA9C3-38DB-4D86-BFD5-73731FE3C2D0}" type="presOf" srcId="{6F61BA63-FB5E-4257-AFC2-B169D8909627}" destId="{4CF34572-32EB-4A30-804C-CD05AC985D41}" srcOrd="0" destOrd="0" presId="urn:microsoft.com/office/officeart/2005/8/layout/matrix3"/>
    <dgm:cxn modelId="{FC5901EA-0F15-41B2-91FB-E8E8E161862C}" srcId="{9C5A9568-92BC-4195-8E23-8BA89B9216D2}" destId="{14C10C3E-117E-4E2A-8808-1200FFF9894D}" srcOrd="4" destOrd="0" parTransId="{FEAA3DA8-AEC0-4237-A1B3-0429A2D29978}" sibTransId="{40C9F67C-E805-4D93-B7F7-2CF0BC7D3C5C}"/>
    <dgm:cxn modelId="{5E0A167F-0AF8-4B92-A7BB-AB1E08C4317D}" type="presParOf" srcId="{A8823E90-2026-4E30-9AD5-4936E7882D6B}" destId="{E1A46A6C-D4EC-4F3C-A028-89A1E624A2B1}" srcOrd="0" destOrd="0" presId="urn:microsoft.com/office/officeart/2005/8/layout/matrix3"/>
    <dgm:cxn modelId="{713D2B99-94D4-4DB7-8E90-55D2251C86DF}" type="presParOf" srcId="{A8823E90-2026-4E30-9AD5-4936E7882D6B}" destId="{F2C244A9-C17F-48C3-B867-84EB58CFD5C6}" srcOrd="1" destOrd="0" presId="urn:microsoft.com/office/officeart/2005/8/layout/matrix3"/>
    <dgm:cxn modelId="{BE97470C-14C5-484E-BA5E-10AA8BE2A08A}" type="presParOf" srcId="{A8823E90-2026-4E30-9AD5-4936E7882D6B}" destId="{E16A0789-3742-47B3-9822-06F8A49E7B48}" srcOrd="2" destOrd="0" presId="urn:microsoft.com/office/officeart/2005/8/layout/matrix3"/>
    <dgm:cxn modelId="{948FC9CE-4ECF-4F05-8B35-8BA24D433F90}" type="presParOf" srcId="{A8823E90-2026-4E30-9AD5-4936E7882D6B}" destId="{4CF34572-32EB-4A30-804C-CD05AC985D41}" srcOrd="3" destOrd="0" presId="urn:microsoft.com/office/officeart/2005/8/layout/matrix3"/>
    <dgm:cxn modelId="{01530517-E7FA-4F4B-9359-4A478CB82BCF}" type="presParOf" srcId="{A8823E90-2026-4E30-9AD5-4936E7882D6B}" destId="{1E4BA8B0-84F9-45DB-81D6-3D0CED3FBEC7}"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6F2B18-ECED-4F33-9A7D-4A37FDDD9BBB}" type="doc">
      <dgm:prSet loTypeId="urn:microsoft.com/office/officeart/2005/8/layout/vList5" loCatId="list" qsTypeId="urn:microsoft.com/office/officeart/2005/8/quickstyle/simple2" qsCatId="simple" csTypeId="urn:microsoft.com/office/officeart/2005/8/colors/accent0_1" csCatId="mainScheme" phldr="1"/>
      <dgm:spPr/>
      <dgm:t>
        <a:bodyPr/>
        <a:lstStyle/>
        <a:p>
          <a:endParaRPr lang="en-US"/>
        </a:p>
      </dgm:t>
    </dgm:pt>
    <dgm:pt modelId="{4A272A9E-6CCF-4BC2-BE04-3D0D0BCD9F96}">
      <dgm:prSet/>
      <dgm:spPr/>
      <dgm:t>
        <a:bodyPr/>
        <a:lstStyle/>
        <a:p>
          <a:r>
            <a:rPr lang="en-GB" b="0" i="0">
              <a:latin typeface="Times New Roman" panose="02020603050405020304" pitchFamily="18" charset="0"/>
              <a:cs typeface="Times New Roman" panose="02020603050405020304" pitchFamily="18" charset="0"/>
            </a:rPr>
            <a:t>Manual DFA/NFA simulation takes more time.</a:t>
          </a:r>
          <a:endParaRPr lang="en-IN" b="0" i="0" dirty="0">
            <a:latin typeface="Times New Roman" panose="02020603050405020304" pitchFamily="18" charset="0"/>
            <a:cs typeface="Times New Roman" panose="02020603050405020304" pitchFamily="18" charset="0"/>
          </a:endParaRPr>
        </a:p>
      </dgm:t>
    </dgm:pt>
    <dgm:pt modelId="{2BA599D5-E402-49B8-905E-289D680867E0}" type="parTrans" cxnId="{FA84582C-8330-4097-9C30-F8B3A07FF42A}">
      <dgm:prSet/>
      <dgm:spPr/>
      <dgm:t>
        <a:bodyPr/>
        <a:lstStyle/>
        <a:p>
          <a:endParaRPr lang="en-US"/>
        </a:p>
      </dgm:t>
    </dgm:pt>
    <dgm:pt modelId="{D098DCB6-E54A-4016-9473-0E6DB36C3A5E}" type="sibTrans" cxnId="{FA84582C-8330-4097-9C30-F8B3A07FF42A}">
      <dgm:prSet/>
      <dgm:spPr/>
      <dgm:t>
        <a:bodyPr/>
        <a:lstStyle/>
        <a:p>
          <a:endParaRPr lang="en-US"/>
        </a:p>
      </dgm:t>
    </dgm:pt>
    <dgm:pt modelId="{1047C56E-ADD5-4D43-B48C-529292ED9E8D}">
      <dgm:prSet/>
      <dgm:spPr/>
      <dgm:t>
        <a:bodyPr/>
        <a:lstStyle/>
        <a:p>
          <a:r>
            <a:rPr lang="en-GB" b="0" i="0">
              <a:latin typeface="Times New Roman" panose="02020603050405020304" pitchFamily="18" charset="0"/>
              <a:cs typeface="Times New Roman" panose="02020603050405020304" pitchFamily="18" charset="0"/>
            </a:rPr>
            <a:t>Transition errors can occur during manual checking.</a:t>
          </a:r>
          <a:endParaRPr lang="en-IN" b="0" i="0" dirty="0">
            <a:latin typeface="Times New Roman" panose="02020603050405020304" pitchFamily="18" charset="0"/>
            <a:cs typeface="Times New Roman" panose="02020603050405020304" pitchFamily="18" charset="0"/>
          </a:endParaRPr>
        </a:p>
      </dgm:t>
    </dgm:pt>
    <dgm:pt modelId="{0C193821-ECB7-4928-A8C9-8CDD46C717AC}" type="parTrans" cxnId="{89573D61-B91F-499D-9BA5-187A3A340D2B}">
      <dgm:prSet/>
      <dgm:spPr/>
      <dgm:t>
        <a:bodyPr/>
        <a:lstStyle/>
        <a:p>
          <a:endParaRPr lang="en-US"/>
        </a:p>
      </dgm:t>
    </dgm:pt>
    <dgm:pt modelId="{6ED9DE9B-D280-49FE-A933-D17DF8EB8513}" type="sibTrans" cxnId="{89573D61-B91F-499D-9BA5-187A3A340D2B}">
      <dgm:prSet/>
      <dgm:spPr/>
      <dgm:t>
        <a:bodyPr/>
        <a:lstStyle/>
        <a:p>
          <a:endParaRPr lang="en-US"/>
        </a:p>
      </dgm:t>
    </dgm:pt>
    <dgm:pt modelId="{416E1F41-8645-4805-9364-E660829EF52B}">
      <dgm:prSet/>
      <dgm:spPr/>
      <dgm:t>
        <a:bodyPr/>
        <a:lstStyle/>
        <a:p>
          <a:r>
            <a:rPr lang="en-GB" b="0" i="0">
              <a:latin typeface="Times New Roman" panose="02020603050405020304" pitchFamily="18" charset="0"/>
              <a:cs typeface="Times New Roman" panose="02020603050405020304" pitchFamily="18" charset="0"/>
            </a:rPr>
            <a:t>State diagrams are difficult to manage manually.</a:t>
          </a:r>
          <a:endParaRPr lang="en-IN" b="0" i="0" dirty="0">
            <a:latin typeface="Times New Roman" panose="02020603050405020304" pitchFamily="18" charset="0"/>
            <a:cs typeface="Times New Roman" panose="02020603050405020304" pitchFamily="18" charset="0"/>
          </a:endParaRPr>
        </a:p>
      </dgm:t>
    </dgm:pt>
    <dgm:pt modelId="{2DF763DB-487D-48B1-8083-7A6255A6E29C}" type="parTrans" cxnId="{953E2191-6F43-4670-84FE-91D9FCF080D3}">
      <dgm:prSet/>
      <dgm:spPr/>
      <dgm:t>
        <a:bodyPr/>
        <a:lstStyle/>
        <a:p>
          <a:endParaRPr lang="en-US"/>
        </a:p>
      </dgm:t>
    </dgm:pt>
    <dgm:pt modelId="{6969E079-211E-4172-BBA0-8FC467DA0EC0}" type="sibTrans" cxnId="{953E2191-6F43-4670-84FE-91D9FCF080D3}">
      <dgm:prSet/>
      <dgm:spPr/>
      <dgm:t>
        <a:bodyPr/>
        <a:lstStyle/>
        <a:p>
          <a:endParaRPr lang="en-US"/>
        </a:p>
      </dgm:t>
    </dgm:pt>
    <dgm:pt modelId="{766BD45B-25FC-4506-A88D-ACF85DCD8372}">
      <dgm:prSet/>
      <dgm:spPr/>
      <dgm:t>
        <a:bodyPr/>
        <a:lstStyle/>
        <a:p>
          <a:r>
            <a:rPr lang="en-GB" b="0" i="0">
              <a:latin typeface="Times New Roman" panose="02020603050405020304" pitchFamily="18" charset="0"/>
              <a:cs typeface="Times New Roman" panose="02020603050405020304" pitchFamily="18" charset="0"/>
            </a:rPr>
            <a:t>Limited support for report generation and analysis history.</a:t>
          </a:r>
          <a:endParaRPr lang="en-IN" b="0" i="0" dirty="0">
            <a:latin typeface="Times New Roman" panose="02020603050405020304" pitchFamily="18" charset="0"/>
            <a:cs typeface="Times New Roman" panose="02020603050405020304" pitchFamily="18" charset="0"/>
          </a:endParaRPr>
        </a:p>
      </dgm:t>
    </dgm:pt>
    <dgm:pt modelId="{F83FDD3D-6D3A-48ED-A8C1-A4B2BE6C3E1F}" type="parTrans" cxnId="{E408FA86-DA70-4814-ABE4-90F502B6AED5}">
      <dgm:prSet/>
      <dgm:spPr/>
      <dgm:t>
        <a:bodyPr/>
        <a:lstStyle/>
        <a:p>
          <a:endParaRPr lang="en-US"/>
        </a:p>
      </dgm:t>
    </dgm:pt>
    <dgm:pt modelId="{73070617-A06F-4EE1-AFA3-8CA20042E1E1}" type="sibTrans" cxnId="{E408FA86-DA70-4814-ABE4-90F502B6AED5}">
      <dgm:prSet/>
      <dgm:spPr/>
      <dgm:t>
        <a:bodyPr/>
        <a:lstStyle/>
        <a:p>
          <a:endParaRPr lang="en-US"/>
        </a:p>
      </dgm:t>
    </dgm:pt>
    <dgm:pt modelId="{DC859A14-6917-4CDA-B531-B25FA933EE98}">
      <dgm:prSet/>
      <dgm:spPr/>
      <dgm:t>
        <a:bodyPr/>
        <a:lstStyle/>
        <a:p>
          <a:r>
            <a:rPr lang="en-GB" b="0" i="0">
              <a:latin typeface="Times New Roman" panose="02020603050405020304" pitchFamily="18" charset="0"/>
              <a:cs typeface="Times New Roman" panose="02020603050405020304" pitchFamily="18" charset="0"/>
            </a:rPr>
            <a:t>A simple interactive web simulator is required.</a:t>
          </a:r>
          <a:endParaRPr lang="en-IN" b="0" i="0" dirty="0">
            <a:latin typeface="Times New Roman" panose="02020603050405020304" pitchFamily="18" charset="0"/>
            <a:cs typeface="Times New Roman" panose="02020603050405020304" pitchFamily="18" charset="0"/>
          </a:endParaRPr>
        </a:p>
      </dgm:t>
    </dgm:pt>
    <dgm:pt modelId="{E5756A2B-4A2E-4FBB-9FC4-887A8AE30E7E}" type="parTrans" cxnId="{17C0086D-0522-4D58-8808-E714BE7BE04C}">
      <dgm:prSet/>
      <dgm:spPr/>
      <dgm:t>
        <a:bodyPr/>
        <a:lstStyle/>
        <a:p>
          <a:endParaRPr lang="en-US"/>
        </a:p>
      </dgm:t>
    </dgm:pt>
    <dgm:pt modelId="{D9389B36-E8A9-46C5-B62A-462654A75B10}" type="sibTrans" cxnId="{17C0086D-0522-4D58-8808-E714BE7BE04C}">
      <dgm:prSet/>
      <dgm:spPr/>
      <dgm:t>
        <a:bodyPr/>
        <a:lstStyle/>
        <a:p>
          <a:endParaRPr lang="en-US"/>
        </a:p>
      </dgm:t>
    </dgm:pt>
    <dgm:pt modelId="{B7B91CDB-1F79-4088-8C19-1AAF7C39FE1F}" type="pres">
      <dgm:prSet presAssocID="{F66F2B18-ECED-4F33-9A7D-4A37FDDD9BBB}" presName="Name0" presStyleCnt="0">
        <dgm:presLayoutVars>
          <dgm:dir/>
          <dgm:animLvl val="lvl"/>
          <dgm:resizeHandles val="exact"/>
        </dgm:presLayoutVars>
      </dgm:prSet>
      <dgm:spPr/>
    </dgm:pt>
    <dgm:pt modelId="{7A8830B8-BE91-483E-9FBA-A14AF123F37C}" type="pres">
      <dgm:prSet presAssocID="{4A272A9E-6CCF-4BC2-BE04-3D0D0BCD9F96}" presName="linNode" presStyleCnt="0"/>
      <dgm:spPr/>
    </dgm:pt>
    <dgm:pt modelId="{5E2BED10-3E8B-4725-9BCF-9FBACF30EB7A}" type="pres">
      <dgm:prSet presAssocID="{4A272A9E-6CCF-4BC2-BE04-3D0D0BCD9F96}" presName="parentText" presStyleLbl="node1" presStyleIdx="0" presStyleCnt="5">
        <dgm:presLayoutVars>
          <dgm:chMax val="1"/>
          <dgm:bulletEnabled val="1"/>
        </dgm:presLayoutVars>
      </dgm:prSet>
      <dgm:spPr/>
    </dgm:pt>
    <dgm:pt modelId="{A2DBB4CA-96D3-4EC1-A256-6E1C7E4B2D76}" type="pres">
      <dgm:prSet presAssocID="{D098DCB6-E54A-4016-9473-0E6DB36C3A5E}" presName="sp" presStyleCnt="0"/>
      <dgm:spPr/>
    </dgm:pt>
    <dgm:pt modelId="{9EBB3C91-196C-4463-AF2C-A7FED8FA8561}" type="pres">
      <dgm:prSet presAssocID="{1047C56E-ADD5-4D43-B48C-529292ED9E8D}" presName="linNode" presStyleCnt="0"/>
      <dgm:spPr/>
    </dgm:pt>
    <dgm:pt modelId="{CF3E6390-7167-4AD8-9976-990829F24846}" type="pres">
      <dgm:prSet presAssocID="{1047C56E-ADD5-4D43-B48C-529292ED9E8D}" presName="parentText" presStyleLbl="node1" presStyleIdx="1" presStyleCnt="5">
        <dgm:presLayoutVars>
          <dgm:chMax val="1"/>
          <dgm:bulletEnabled val="1"/>
        </dgm:presLayoutVars>
      </dgm:prSet>
      <dgm:spPr/>
    </dgm:pt>
    <dgm:pt modelId="{EBDD8B9A-014F-4394-B93F-062AF89249C0}" type="pres">
      <dgm:prSet presAssocID="{6ED9DE9B-D280-49FE-A933-D17DF8EB8513}" presName="sp" presStyleCnt="0"/>
      <dgm:spPr/>
    </dgm:pt>
    <dgm:pt modelId="{ABB215D7-743F-417E-8025-A33A9A45BAC5}" type="pres">
      <dgm:prSet presAssocID="{416E1F41-8645-4805-9364-E660829EF52B}" presName="linNode" presStyleCnt="0"/>
      <dgm:spPr/>
    </dgm:pt>
    <dgm:pt modelId="{5827A770-F249-490A-85CE-AFDA2176B859}" type="pres">
      <dgm:prSet presAssocID="{416E1F41-8645-4805-9364-E660829EF52B}" presName="parentText" presStyleLbl="node1" presStyleIdx="2" presStyleCnt="5">
        <dgm:presLayoutVars>
          <dgm:chMax val="1"/>
          <dgm:bulletEnabled val="1"/>
        </dgm:presLayoutVars>
      </dgm:prSet>
      <dgm:spPr/>
    </dgm:pt>
    <dgm:pt modelId="{94F5FC3A-45F6-45B8-B600-45965862C2A6}" type="pres">
      <dgm:prSet presAssocID="{6969E079-211E-4172-BBA0-8FC467DA0EC0}" presName="sp" presStyleCnt="0"/>
      <dgm:spPr/>
    </dgm:pt>
    <dgm:pt modelId="{0D4762C3-6C02-4BBF-8836-35783854AEFC}" type="pres">
      <dgm:prSet presAssocID="{766BD45B-25FC-4506-A88D-ACF85DCD8372}" presName="linNode" presStyleCnt="0"/>
      <dgm:spPr/>
    </dgm:pt>
    <dgm:pt modelId="{59D72E55-B541-4158-A84C-D542D6E429D4}" type="pres">
      <dgm:prSet presAssocID="{766BD45B-25FC-4506-A88D-ACF85DCD8372}" presName="parentText" presStyleLbl="node1" presStyleIdx="3" presStyleCnt="5">
        <dgm:presLayoutVars>
          <dgm:chMax val="1"/>
          <dgm:bulletEnabled val="1"/>
        </dgm:presLayoutVars>
      </dgm:prSet>
      <dgm:spPr/>
    </dgm:pt>
    <dgm:pt modelId="{8E1DDAE0-A04B-43D7-9E4E-2A8ED0186C82}" type="pres">
      <dgm:prSet presAssocID="{73070617-A06F-4EE1-AFA3-8CA20042E1E1}" presName="sp" presStyleCnt="0"/>
      <dgm:spPr/>
    </dgm:pt>
    <dgm:pt modelId="{D935CD41-A034-484C-89C7-5EF3FC51F124}" type="pres">
      <dgm:prSet presAssocID="{DC859A14-6917-4CDA-B531-B25FA933EE98}" presName="linNode" presStyleCnt="0"/>
      <dgm:spPr/>
    </dgm:pt>
    <dgm:pt modelId="{E92369B9-3F54-4FC5-9CC8-674F1256138D}" type="pres">
      <dgm:prSet presAssocID="{DC859A14-6917-4CDA-B531-B25FA933EE98}" presName="parentText" presStyleLbl="node1" presStyleIdx="4" presStyleCnt="5">
        <dgm:presLayoutVars>
          <dgm:chMax val="1"/>
          <dgm:bulletEnabled val="1"/>
        </dgm:presLayoutVars>
      </dgm:prSet>
      <dgm:spPr/>
    </dgm:pt>
  </dgm:ptLst>
  <dgm:cxnLst>
    <dgm:cxn modelId="{AAC7C50F-7D1B-41AD-8FD5-7A1F79C78B8F}" type="presOf" srcId="{416E1F41-8645-4805-9364-E660829EF52B}" destId="{5827A770-F249-490A-85CE-AFDA2176B859}" srcOrd="0" destOrd="0" presId="urn:microsoft.com/office/officeart/2005/8/layout/vList5"/>
    <dgm:cxn modelId="{FA84582C-8330-4097-9C30-F8B3A07FF42A}" srcId="{F66F2B18-ECED-4F33-9A7D-4A37FDDD9BBB}" destId="{4A272A9E-6CCF-4BC2-BE04-3D0D0BCD9F96}" srcOrd="0" destOrd="0" parTransId="{2BA599D5-E402-49B8-905E-289D680867E0}" sibTransId="{D098DCB6-E54A-4016-9473-0E6DB36C3A5E}"/>
    <dgm:cxn modelId="{C0CC3131-D8F4-4890-AFF5-4F68209D48B9}" type="presOf" srcId="{4A272A9E-6CCF-4BC2-BE04-3D0D0BCD9F96}" destId="{5E2BED10-3E8B-4725-9BCF-9FBACF30EB7A}" srcOrd="0" destOrd="0" presId="urn:microsoft.com/office/officeart/2005/8/layout/vList5"/>
    <dgm:cxn modelId="{89573D61-B91F-499D-9BA5-187A3A340D2B}" srcId="{F66F2B18-ECED-4F33-9A7D-4A37FDDD9BBB}" destId="{1047C56E-ADD5-4D43-B48C-529292ED9E8D}" srcOrd="1" destOrd="0" parTransId="{0C193821-ECB7-4928-A8C9-8CDD46C717AC}" sibTransId="{6ED9DE9B-D280-49FE-A933-D17DF8EB8513}"/>
    <dgm:cxn modelId="{FEE6CD67-5328-4B5E-B290-BC89D02FC0A6}" type="presOf" srcId="{1047C56E-ADD5-4D43-B48C-529292ED9E8D}" destId="{CF3E6390-7167-4AD8-9976-990829F24846}" srcOrd="0" destOrd="0" presId="urn:microsoft.com/office/officeart/2005/8/layout/vList5"/>
    <dgm:cxn modelId="{17C0086D-0522-4D58-8808-E714BE7BE04C}" srcId="{F66F2B18-ECED-4F33-9A7D-4A37FDDD9BBB}" destId="{DC859A14-6917-4CDA-B531-B25FA933EE98}" srcOrd="4" destOrd="0" parTransId="{E5756A2B-4A2E-4FBB-9FC4-887A8AE30E7E}" sibTransId="{D9389B36-E8A9-46C5-B62A-462654A75B10}"/>
    <dgm:cxn modelId="{FCCE7B4E-8FE3-48EA-92DF-2307C3FC8C66}" type="presOf" srcId="{DC859A14-6917-4CDA-B531-B25FA933EE98}" destId="{E92369B9-3F54-4FC5-9CC8-674F1256138D}" srcOrd="0" destOrd="0" presId="urn:microsoft.com/office/officeart/2005/8/layout/vList5"/>
    <dgm:cxn modelId="{E408FA86-DA70-4814-ABE4-90F502B6AED5}" srcId="{F66F2B18-ECED-4F33-9A7D-4A37FDDD9BBB}" destId="{766BD45B-25FC-4506-A88D-ACF85DCD8372}" srcOrd="3" destOrd="0" parTransId="{F83FDD3D-6D3A-48ED-A8C1-A4B2BE6C3E1F}" sibTransId="{73070617-A06F-4EE1-AFA3-8CA20042E1E1}"/>
    <dgm:cxn modelId="{953E2191-6F43-4670-84FE-91D9FCF080D3}" srcId="{F66F2B18-ECED-4F33-9A7D-4A37FDDD9BBB}" destId="{416E1F41-8645-4805-9364-E660829EF52B}" srcOrd="2" destOrd="0" parTransId="{2DF763DB-487D-48B1-8083-7A6255A6E29C}" sibTransId="{6969E079-211E-4172-BBA0-8FC467DA0EC0}"/>
    <dgm:cxn modelId="{261482B1-5C10-4A9B-9911-F77A7631AA30}" type="presOf" srcId="{F66F2B18-ECED-4F33-9A7D-4A37FDDD9BBB}" destId="{B7B91CDB-1F79-4088-8C19-1AAF7C39FE1F}" srcOrd="0" destOrd="0" presId="urn:microsoft.com/office/officeart/2005/8/layout/vList5"/>
    <dgm:cxn modelId="{E07F40DB-8C80-4163-99DE-449EE95BFF51}" type="presOf" srcId="{766BD45B-25FC-4506-A88D-ACF85DCD8372}" destId="{59D72E55-B541-4158-A84C-D542D6E429D4}" srcOrd="0" destOrd="0" presId="urn:microsoft.com/office/officeart/2005/8/layout/vList5"/>
    <dgm:cxn modelId="{BF5D6CD0-E05F-482E-8E6A-584FF873AB80}" type="presParOf" srcId="{B7B91CDB-1F79-4088-8C19-1AAF7C39FE1F}" destId="{7A8830B8-BE91-483E-9FBA-A14AF123F37C}" srcOrd="0" destOrd="0" presId="urn:microsoft.com/office/officeart/2005/8/layout/vList5"/>
    <dgm:cxn modelId="{820EE5F9-0368-48C6-9699-12D8C7CCC650}" type="presParOf" srcId="{7A8830B8-BE91-483E-9FBA-A14AF123F37C}" destId="{5E2BED10-3E8B-4725-9BCF-9FBACF30EB7A}" srcOrd="0" destOrd="0" presId="urn:microsoft.com/office/officeart/2005/8/layout/vList5"/>
    <dgm:cxn modelId="{A6FF7B9B-A369-4615-9DDC-6897247A782C}" type="presParOf" srcId="{B7B91CDB-1F79-4088-8C19-1AAF7C39FE1F}" destId="{A2DBB4CA-96D3-4EC1-A256-6E1C7E4B2D76}" srcOrd="1" destOrd="0" presId="urn:microsoft.com/office/officeart/2005/8/layout/vList5"/>
    <dgm:cxn modelId="{766404B3-CF59-4F9B-94DA-6FCA6A35F603}" type="presParOf" srcId="{B7B91CDB-1F79-4088-8C19-1AAF7C39FE1F}" destId="{9EBB3C91-196C-4463-AF2C-A7FED8FA8561}" srcOrd="2" destOrd="0" presId="urn:microsoft.com/office/officeart/2005/8/layout/vList5"/>
    <dgm:cxn modelId="{CE08E22F-FEE8-4F8C-9B32-EE14B4068DA1}" type="presParOf" srcId="{9EBB3C91-196C-4463-AF2C-A7FED8FA8561}" destId="{CF3E6390-7167-4AD8-9976-990829F24846}" srcOrd="0" destOrd="0" presId="urn:microsoft.com/office/officeart/2005/8/layout/vList5"/>
    <dgm:cxn modelId="{1C3EB5FE-D299-4DAC-860E-36D0EF510A0D}" type="presParOf" srcId="{B7B91CDB-1F79-4088-8C19-1AAF7C39FE1F}" destId="{EBDD8B9A-014F-4394-B93F-062AF89249C0}" srcOrd="3" destOrd="0" presId="urn:microsoft.com/office/officeart/2005/8/layout/vList5"/>
    <dgm:cxn modelId="{334B8B5D-7E46-40F8-9BE9-58FC3EBFAFF8}" type="presParOf" srcId="{B7B91CDB-1F79-4088-8C19-1AAF7C39FE1F}" destId="{ABB215D7-743F-417E-8025-A33A9A45BAC5}" srcOrd="4" destOrd="0" presId="urn:microsoft.com/office/officeart/2005/8/layout/vList5"/>
    <dgm:cxn modelId="{8BCD3AEA-5FA1-415B-9A33-0E16D13C6109}" type="presParOf" srcId="{ABB215D7-743F-417E-8025-A33A9A45BAC5}" destId="{5827A770-F249-490A-85CE-AFDA2176B859}" srcOrd="0" destOrd="0" presId="urn:microsoft.com/office/officeart/2005/8/layout/vList5"/>
    <dgm:cxn modelId="{6D3F3CB5-46D3-438C-B445-38DDBEBA2844}" type="presParOf" srcId="{B7B91CDB-1F79-4088-8C19-1AAF7C39FE1F}" destId="{94F5FC3A-45F6-45B8-B600-45965862C2A6}" srcOrd="5" destOrd="0" presId="urn:microsoft.com/office/officeart/2005/8/layout/vList5"/>
    <dgm:cxn modelId="{7AC75B80-D6AE-4861-80D9-CEC5D2BAFF13}" type="presParOf" srcId="{B7B91CDB-1F79-4088-8C19-1AAF7C39FE1F}" destId="{0D4762C3-6C02-4BBF-8836-35783854AEFC}" srcOrd="6" destOrd="0" presId="urn:microsoft.com/office/officeart/2005/8/layout/vList5"/>
    <dgm:cxn modelId="{C615D2BD-4991-45A4-9FB6-72BB7F3CA6B9}" type="presParOf" srcId="{0D4762C3-6C02-4BBF-8836-35783854AEFC}" destId="{59D72E55-B541-4158-A84C-D542D6E429D4}" srcOrd="0" destOrd="0" presId="urn:microsoft.com/office/officeart/2005/8/layout/vList5"/>
    <dgm:cxn modelId="{12327A09-EF65-4E2D-BEF6-AA1D23DD7EE2}" type="presParOf" srcId="{B7B91CDB-1F79-4088-8C19-1AAF7C39FE1F}" destId="{8E1DDAE0-A04B-43D7-9E4E-2A8ED0186C82}" srcOrd="7" destOrd="0" presId="urn:microsoft.com/office/officeart/2005/8/layout/vList5"/>
    <dgm:cxn modelId="{E6621D0F-F4F7-4A61-9820-632E9D7523B9}" type="presParOf" srcId="{B7B91CDB-1F79-4088-8C19-1AAF7C39FE1F}" destId="{D935CD41-A034-484C-89C7-5EF3FC51F124}" srcOrd="8" destOrd="0" presId="urn:microsoft.com/office/officeart/2005/8/layout/vList5"/>
    <dgm:cxn modelId="{D1E867CF-7BE9-44AC-9EF4-6D17B186859D}" type="presParOf" srcId="{D935CD41-A034-484C-89C7-5EF3FC51F124}" destId="{E92369B9-3F54-4FC5-9CC8-674F1256138D}"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D09809E-55C2-4AC6-AF3C-38809845B9ED}" type="doc">
      <dgm:prSet loTypeId="urn:microsoft.com/office/officeart/2005/8/layout/pyramid2" loCatId="pyramid" qsTypeId="urn:microsoft.com/office/officeart/2005/8/quickstyle/simple1" qsCatId="simple" csTypeId="urn:microsoft.com/office/officeart/2005/8/colors/accent0_1" csCatId="mainScheme" phldr="1"/>
      <dgm:spPr/>
      <dgm:t>
        <a:bodyPr/>
        <a:lstStyle/>
        <a:p>
          <a:endParaRPr lang="en-US"/>
        </a:p>
      </dgm:t>
    </dgm:pt>
    <dgm:pt modelId="{A268C688-C6EF-4B4F-BB16-4F6712D19E7E}">
      <dgm:prSet/>
      <dgm:spPr/>
      <dgm:t>
        <a:bodyPr/>
        <a:lstStyle/>
        <a:p>
          <a:r>
            <a:rPr lang="en-GB" b="0" i="0">
              <a:latin typeface="Times New Roman" panose="02020603050405020304" pitchFamily="18" charset="0"/>
              <a:cs typeface="Times New Roman" panose="02020603050405020304" pitchFamily="18" charset="0"/>
            </a:rPr>
            <a:t>Develop a web-based DFA and NFA simulator.</a:t>
          </a:r>
          <a:endParaRPr lang="en-IN" b="0" i="0" dirty="0">
            <a:latin typeface="Times New Roman" panose="02020603050405020304" pitchFamily="18" charset="0"/>
            <a:cs typeface="Times New Roman" panose="02020603050405020304" pitchFamily="18" charset="0"/>
          </a:endParaRPr>
        </a:p>
      </dgm:t>
    </dgm:pt>
    <dgm:pt modelId="{1EF92404-8275-4CA4-865F-CC0743613EDE}" type="parTrans" cxnId="{CC8B7E5F-BE8C-475B-B883-8A23DE7870B1}">
      <dgm:prSet/>
      <dgm:spPr/>
      <dgm:t>
        <a:bodyPr/>
        <a:lstStyle/>
        <a:p>
          <a:endParaRPr lang="en-US"/>
        </a:p>
      </dgm:t>
    </dgm:pt>
    <dgm:pt modelId="{80B45624-8B1E-4847-A62D-B8A75A9AEF0E}" type="sibTrans" cxnId="{CC8B7E5F-BE8C-475B-B883-8A23DE7870B1}">
      <dgm:prSet/>
      <dgm:spPr/>
      <dgm:t>
        <a:bodyPr/>
        <a:lstStyle/>
        <a:p>
          <a:endParaRPr lang="en-US"/>
        </a:p>
      </dgm:t>
    </dgm:pt>
    <dgm:pt modelId="{C7065C9F-2524-4E4E-9D54-88EF018D1EBF}">
      <dgm:prSet/>
      <dgm:spPr/>
      <dgm:t>
        <a:bodyPr/>
        <a:lstStyle/>
        <a:p>
          <a:r>
            <a:rPr lang="en-IN" b="0" i="0">
              <a:latin typeface="Times New Roman" panose="02020603050405020304" pitchFamily="18" charset="0"/>
              <a:cs typeface="Times New Roman" panose="02020603050405020304" pitchFamily="18" charset="0"/>
            </a:rPr>
            <a:t>Provide interactive automata visualization.</a:t>
          </a:r>
          <a:endParaRPr lang="en-IN" b="0" i="0" dirty="0">
            <a:latin typeface="Times New Roman" panose="02020603050405020304" pitchFamily="18" charset="0"/>
            <a:cs typeface="Times New Roman" panose="02020603050405020304" pitchFamily="18" charset="0"/>
          </a:endParaRPr>
        </a:p>
      </dgm:t>
    </dgm:pt>
    <dgm:pt modelId="{E2982351-6BA9-469E-84DE-BABDE5001A30}" type="parTrans" cxnId="{1D919A37-6605-4BE6-91BD-9D41C2598C72}">
      <dgm:prSet/>
      <dgm:spPr/>
      <dgm:t>
        <a:bodyPr/>
        <a:lstStyle/>
        <a:p>
          <a:endParaRPr lang="en-US"/>
        </a:p>
      </dgm:t>
    </dgm:pt>
    <dgm:pt modelId="{8E3A05D0-8778-4C03-A60A-A53A1D8AC32D}" type="sibTrans" cxnId="{1D919A37-6605-4BE6-91BD-9D41C2598C72}">
      <dgm:prSet/>
      <dgm:spPr/>
      <dgm:t>
        <a:bodyPr/>
        <a:lstStyle/>
        <a:p>
          <a:endParaRPr lang="en-US"/>
        </a:p>
      </dgm:t>
    </dgm:pt>
    <dgm:pt modelId="{6EBA0CD4-1858-473F-85C3-9D9A358D99A9}">
      <dgm:prSet/>
      <dgm:spPr/>
      <dgm:t>
        <a:bodyPr/>
        <a:lstStyle/>
        <a:p>
          <a:r>
            <a:rPr lang="en-IN" b="0" i="0">
              <a:latin typeface="Times New Roman" panose="02020603050405020304" pitchFamily="18" charset="0"/>
              <a:cs typeface="Times New Roman" panose="02020603050405020304" pitchFamily="18" charset="0"/>
            </a:rPr>
            <a:t>Validate input strings automatically.</a:t>
          </a:r>
          <a:endParaRPr lang="en-IN" b="0" i="0" dirty="0">
            <a:latin typeface="Times New Roman" panose="02020603050405020304" pitchFamily="18" charset="0"/>
            <a:cs typeface="Times New Roman" panose="02020603050405020304" pitchFamily="18" charset="0"/>
          </a:endParaRPr>
        </a:p>
      </dgm:t>
    </dgm:pt>
    <dgm:pt modelId="{1CA1E7C8-5F78-47CE-B738-BF2BF9C19912}" type="parTrans" cxnId="{EF60C61E-8DBE-46E8-B433-A622AB612CFA}">
      <dgm:prSet/>
      <dgm:spPr/>
      <dgm:t>
        <a:bodyPr/>
        <a:lstStyle/>
        <a:p>
          <a:endParaRPr lang="en-US"/>
        </a:p>
      </dgm:t>
    </dgm:pt>
    <dgm:pt modelId="{743A29DA-D1CD-44DB-8385-13CAF70168B9}" type="sibTrans" cxnId="{EF60C61E-8DBE-46E8-B433-A622AB612CFA}">
      <dgm:prSet/>
      <dgm:spPr/>
      <dgm:t>
        <a:bodyPr/>
        <a:lstStyle/>
        <a:p>
          <a:endParaRPr lang="en-US"/>
        </a:p>
      </dgm:t>
    </dgm:pt>
    <dgm:pt modelId="{A6B85F67-9F74-4D0A-968C-7E4C27F0ABE2}">
      <dgm:prSet/>
      <dgm:spPr/>
      <dgm:t>
        <a:bodyPr/>
        <a:lstStyle/>
        <a:p>
          <a:r>
            <a:rPr lang="en-IN" b="0" i="0">
              <a:latin typeface="Times New Roman" panose="02020603050405020304" pitchFamily="18" charset="0"/>
              <a:cs typeface="Times New Roman" panose="02020603050405020304" pitchFamily="18" charset="0"/>
            </a:rPr>
            <a:t>Perform step-by-step state simulation.</a:t>
          </a:r>
          <a:endParaRPr lang="en-IN" b="0" i="0" dirty="0">
            <a:latin typeface="Times New Roman" panose="02020603050405020304" pitchFamily="18" charset="0"/>
            <a:cs typeface="Times New Roman" panose="02020603050405020304" pitchFamily="18" charset="0"/>
          </a:endParaRPr>
        </a:p>
      </dgm:t>
    </dgm:pt>
    <dgm:pt modelId="{5EB99630-EA75-41E9-8B2D-858BBA57EFF4}" type="parTrans" cxnId="{E1B27482-B40D-4D55-9EFF-2091B281173C}">
      <dgm:prSet/>
      <dgm:spPr/>
      <dgm:t>
        <a:bodyPr/>
        <a:lstStyle/>
        <a:p>
          <a:endParaRPr lang="en-US"/>
        </a:p>
      </dgm:t>
    </dgm:pt>
    <dgm:pt modelId="{79F72DA0-F5BA-4EEC-A9AE-947EAC269F53}" type="sibTrans" cxnId="{E1B27482-B40D-4D55-9EFF-2091B281173C}">
      <dgm:prSet/>
      <dgm:spPr/>
      <dgm:t>
        <a:bodyPr/>
        <a:lstStyle/>
        <a:p>
          <a:endParaRPr lang="en-US"/>
        </a:p>
      </dgm:t>
    </dgm:pt>
    <dgm:pt modelId="{E95159B5-4327-4FD3-8BAF-B0328582F844}">
      <dgm:prSet/>
      <dgm:spPr/>
      <dgm:t>
        <a:bodyPr/>
        <a:lstStyle/>
        <a:p>
          <a:r>
            <a:rPr lang="en-IN" b="0" i="0">
              <a:latin typeface="Times New Roman" panose="02020603050405020304" pitchFamily="18" charset="0"/>
              <a:cs typeface="Times New Roman" panose="02020603050405020304" pitchFamily="18" charset="0"/>
            </a:rPr>
            <a:t>Convert NFA into equivalent DFA.</a:t>
          </a:r>
          <a:endParaRPr lang="en-IN" b="0" i="0" dirty="0">
            <a:latin typeface="Times New Roman" panose="02020603050405020304" pitchFamily="18" charset="0"/>
            <a:cs typeface="Times New Roman" panose="02020603050405020304" pitchFamily="18" charset="0"/>
          </a:endParaRPr>
        </a:p>
      </dgm:t>
    </dgm:pt>
    <dgm:pt modelId="{9AA47825-5B8C-43FA-BA99-401C507FD584}" type="parTrans" cxnId="{E0EF60D2-9941-4C09-8A9A-71A338750210}">
      <dgm:prSet/>
      <dgm:spPr/>
      <dgm:t>
        <a:bodyPr/>
        <a:lstStyle/>
        <a:p>
          <a:endParaRPr lang="en-US"/>
        </a:p>
      </dgm:t>
    </dgm:pt>
    <dgm:pt modelId="{12E206BB-63F8-4BD4-80AA-B14F2E1A9CB1}" type="sibTrans" cxnId="{E0EF60D2-9941-4C09-8A9A-71A338750210}">
      <dgm:prSet/>
      <dgm:spPr/>
      <dgm:t>
        <a:bodyPr/>
        <a:lstStyle/>
        <a:p>
          <a:endParaRPr lang="en-US"/>
        </a:p>
      </dgm:t>
    </dgm:pt>
    <dgm:pt modelId="{E66B51E5-A218-4F8F-A13E-F0046D54812F}" type="pres">
      <dgm:prSet presAssocID="{6D09809E-55C2-4AC6-AF3C-38809845B9ED}" presName="compositeShape" presStyleCnt="0">
        <dgm:presLayoutVars>
          <dgm:dir/>
          <dgm:resizeHandles/>
        </dgm:presLayoutVars>
      </dgm:prSet>
      <dgm:spPr/>
    </dgm:pt>
    <dgm:pt modelId="{5376E642-212A-46A5-BF34-378BC40F50FF}" type="pres">
      <dgm:prSet presAssocID="{6D09809E-55C2-4AC6-AF3C-38809845B9ED}" presName="pyramid" presStyleLbl="node1" presStyleIdx="0" presStyleCnt="1" custLinFactNeighborX="1074" custLinFactNeighborY="-1543"/>
      <dgm:spPr/>
    </dgm:pt>
    <dgm:pt modelId="{ED8CE0C9-7830-4987-A1A7-99A2410B03D9}" type="pres">
      <dgm:prSet presAssocID="{6D09809E-55C2-4AC6-AF3C-38809845B9ED}" presName="theList" presStyleCnt="0"/>
      <dgm:spPr/>
    </dgm:pt>
    <dgm:pt modelId="{D45B9DDA-7647-4E5D-9F18-10DD7D995A97}" type="pres">
      <dgm:prSet presAssocID="{A268C688-C6EF-4B4F-BB16-4F6712D19E7E}" presName="aNode" presStyleLbl="fgAcc1" presStyleIdx="0" presStyleCnt="5">
        <dgm:presLayoutVars>
          <dgm:bulletEnabled val="1"/>
        </dgm:presLayoutVars>
      </dgm:prSet>
      <dgm:spPr/>
    </dgm:pt>
    <dgm:pt modelId="{3E9C3621-1219-4515-BA06-0654976B54D2}" type="pres">
      <dgm:prSet presAssocID="{A268C688-C6EF-4B4F-BB16-4F6712D19E7E}" presName="aSpace" presStyleCnt="0"/>
      <dgm:spPr/>
    </dgm:pt>
    <dgm:pt modelId="{0EFCB3F6-F3B4-4F09-8D66-00F7E66D146C}" type="pres">
      <dgm:prSet presAssocID="{C7065C9F-2524-4E4E-9D54-88EF018D1EBF}" presName="aNode" presStyleLbl="fgAcc1" presStyleIdx="1" presStyleCnt="5">
        <dgm:presLayoutVars>
          <dgm:bulletEnabled val="1"/>
        </dgm:presLayoutVars>
      </dgm:prSet>
      <dgm:spPr/>
    </dgm:pt>
    <dgm:pt modelId="{E3801E49-896D-4009-94A7-F7A85667600A}" type="pres">
      <dgm:prSet presAssocID="{C7065C9F-2524-4E4E-9D54-88EF018D1EBF}" presName="aSpace" presStyleCnt="0"/>
      <dgm:spPr/>
    </dgm:pt>
    <dgm:pt modelId="{F7A9573D-6025-4DDC-99DF-E437F3B32B46}" type="pres">
      <dgm:prSet presAssocID="{6EBA0CD4-1858-473F-85C3-9D9A358D99A9}" presName="aNode" presStyleLbl="fgAcc1" presStyleIdx="2" presStyleCnt="5">
        <dgm:presLayoutVars>
          <dgm:bulletEnabled val="1"/>
        </dgm:presLayoutVars>
      </dgm:prSet>
      <dgm:spPr/>
    </dgm:pt>
    <dgm:pt modelId="{9B8914DA-4B1E-48B9-BD60-A09A37F341A7}" type="pres">
      <dgm:prSet presAssocID="{6EBA0CD4-1858-473F-85C3-9D9A358D99A9}" presName="aSpace" presStyleCnt="0"/>
      <dgm:spPr/>
    </dgm:pt>
    <dgm:pt modelId="{547A2916-A5A7-43F5-A8B9-536FE05A4E6B}" type="pres">
      <dgm:prSet presAssocID="{A6B85F67-9F74-4D0A-968C-7E4C27F0ABE2}" presName="aNode" presStyleLbl="fgAcc1" presStyleIdx="3" presStyleCnt="5">
        <dgm:presLayoutVars>
          <dgm:bulletEnabled val="1"/>
        </dgm:presLayoutVars>
      </dgm:prSet>
      <dgm:spPr/>
    </dgm:pt>
    <dgm:pt modelId="{CDD74538-DE5E-46B8-8CCF-448235D68FFE}" type="pres">
      <dgm:prSet presAssocID="{A6B85F67-9F74-4D0A-968C-7E4C27F0ABE2}" presName="aSpace" presStyleCnt="0"/>
      <dgm:spPr/>
    </dgm:pt>
    <dgm:pt modelId="{AFBC5BA7-9144-4CD5-AE8B-D59ADEB39502}" type="pres">
      <dgm:prSet presAssocID="{E95159B5-4327-4FD3-8BAF-B0328582F844}" presName="aNode" presStyleLbl="fgAcc1" presStyleIdx="4" presStyleCnt="5">
        <dgm:presLayoutVars>
          <dgm:bulletEnabled val="1"/>
        </dgm:presLayoutVars>
      </dgm:prSet>
      <dgm:spPr/>
    </dgm:pt>
    <dgm:pt modelId="{EA31A10C-9228-48B6-8324-44913222CFF7}" type="pres">
      <dgm:prSet presAssocID="{E95159B5-4327-4FD3-8BAF-B0328582F844}" presName="aSpace" presStyleCnt="0"/>
      <dgm:spPr/>
    </dgm:pt>
  </dgm:ptLst>
  <dgm:cxnLst>
    <dgm:cxn modelId="{32E75A15-DF02-4C55-B634-8175251C1301}" type="presOf" srcId="{E95159B5-4327-4FD3-8BAF-B0328582F844}" destId="{AFBC5BA7-9144-4CD5-AE8B-D59ADEB39502}" srcOrd="0" destOrd="0" presId="urn:microsoft.com/office/officeart/2005/8/layout/pyramid2"/>
    <dgm:cxn modelId="{7ED11C1C-8AB9-4EE5-A794-8812161CE234}" type="presOf" srcId="{A6B85F67-9F74-4D0A-968C-7E4C27F0ABE2}" destId="{547A2916-A5A7-43F5-A8B9-536FE05A4E6B}" srcOrd="0" destOrd="0" presId="urn:microsoft.com/office/officeart/2005/8/layout/pyramid2"/>
    <dgm:cxn modelId="{EF60C61E-8DBE-46E8-B433-A622AB612CFA}" srcId="{6D09809E-55C2-4AC6-AF3C-38809845B9ED}" destId="{6EBA0CD4-1858-473F-85C3-9D9A358D99A9}" srcOrd="2" destOrd="0" parTransId="{1CA1E7C8-5F78-47CE-B738-BF2BF9C19912}" sibTransId="{743A29DA-D1CD-44DB-8385-13CAF70168B9}"/>
    <dgm:cxn modelId="{1D97AD2A-16FA-4F58-885B-808D82055961}" type="presOf" srcId="{6D09809E-55C2-4AC6-AF3C-38809845B9ED}" destId="{E66B51E5-A218-4F8F-A13E-F0046D54812F}" srcOrd="0" destOrd="0" presId="urn:microsoft.com/office/officeart/2005/8/layout/pyramid2"/>
    <dgm:cxn modelId="{1D919A37-6605-4BE6-91BD-9D41C2598C72}" srcId="{6D09809E-55C2-4AC6-AF3C-38809845B9ED}" destId="{C7065C9F-2524-4E4E-9D54-88EF018D1EBF}" srcOrd="1" destOrd="0" parTransId="{E2982351-6BA9-469E-84DE-BABDE5001A30}" sibTransId="{8E3A05D0-8778-4C03-A60A-A53A1D8AC32D}"/>
    <dgm:cxn modelId="{CC8B7E5F-BE8C-475B-B883-8A23DE7870B1}" srcId="{6D09809E-55C2-4AC6-AF3C-38809845B9ED}" destId="{A268C688-C6EF-4B4F-BB16-4F6712D19E7E}" srcOrd="0" destOrd="0" parTransId="{1EF92404-8275-4CA4-865F-CC0743613EDE}" sibTransId="{80B45624-8B1E-4847-A62D-B8A75A9AEF0E}"/>
    <dgm:cxn modelId="{D9A8974D-3EAC-4154-8223-F9FFF2EDDC87}" type="presOf" srcId="{A268C688-C6EF-4B4F-BB16-4F6712D19E7E}" destId="{D45B9DDA-7647-4E5D-9F18-10DD7D995A97}" srcOrd="0" destOrd="0" presId="urn:microsoft.com/office/officeart/2005/8/layout/pyramid2"/>
    <dgm:cxn modelId="{E1B27482-B40D-4D55-9EFF-2091B281173C}" srcId="{6D09809E-55C2-4AC6-AF3C-38809845B9ED}" destId="{A6B85F67-9F74-4D0A-968C-7E4C27F0ABE2}" srcOrd="3" destOrd="0" parTransId="{5EB99630-EA75-41E9-8B2D-858BBA57EFF4}" sibTransId="{79F72DA0-F5BA-4EEC-A9AE-947EAC269F53}"/>
    <dgm:cxn modelId="{B13EDAA8-104C-4CB2-A901-DA6F4702A714}" type="presOf" srcId="{C7065C9F-2524-4E4E-9D54-88EF018D1EBF}" destId="{0EFCB3F6-F3B4-4F09-8D66-00F7E66D146C}" srcOrd="0" destOrd="0" presId="urn:microsoft.com/office/officeart/2005/8/layout/pyramid2"/>
    <dgm:cxn modelId="{E0EF60D2-9941-4C09-8A9A-71A338750210}" srcId="{6D09809E-55C2-4AC6-AF3C-38809845B9ED}" destId="{E95159B5-4327-4FD3-8BAF-B0328582F844}" srcOrd="4" destOrd="0" parTransId="{9AA47825-5B8C-43FA-BA99-401C507FD584}" sibTransId="{12E206BB-63F8-4BD4-80AA-B14F2E1A9CB1}"/>
    <dgm:cxn modelId="{3190BEEF-64C5-44F3-8BE1-BDCC5E67E135}" type="presOf" srcId="{6EBA0CD4-1858-473F-85C3-9D9A358D99A9}" destId="{F7A9573D-6025-4DDC-99DF-E437F3B32B46}" srcOrd="0" destOrd="0" presId="urn:microsoft.com/office/officeart/2005/8/layout/pyramid2"/>
    <dgm:cxn modelId="{A2E31F44-EA45-4237-9322-7672589B0BD0}" type="presParOf" srcId="{E66B51E5-A218-4F8F-A13E-F0046D54812F}" destId="{5376E642-212A-46A5-BF34-378BC40F50FF}" srcOrd="0" destOrd="0" presId="urn:microsoft.com/office/officeart/2005/8/layout/pyramid2"/>
    <dgm:cxn modelId="{65E26249-DF07-486B-AF69-1BE41C982270}" type="presParOf" srcId="{E66B51E5-A218-4F8F-A13E-F0046D54812F}" destId="{ED8CE0C9-7830-4987-A1A7-99A2410B03D9}" srcOrd="1" destOrd="0" presId="urn:microsoft.com/office/officeart/2005/8/layout/pyramid2"/>
    <dgm:cxn modelId="{A4B63028-C4C6-40D3-9F67-0EFAB5ACC735}" type="presParOf" srcId="{ED8CE0C9-7830-4987-A1A7-99A2410B03D9}" destId="{D45B9DDA-7647-4E5D-9F18-10DD7D995A97}" srcOrd="0" destOrd="0" presId="urn:microsoft.com/office/officeart/2005/8/layout/pyramid2"/>
    <dgm:cxn modelId="{9AA70F89-F3B7-491B-9CFC-5B970E06C3E2}" type="presParOf" srcId="{ED8CE0C9-7830-4987-A1A7-99A2410B03D9}" destId="{3E9C3621-1219-4515-BA06-0654976B54D2}" srcOrd="1" destOrd="0" presId="urn:microsoft.com/office/officeart/2005/8/layout/pyramid2"/>
    <dgm:cxn modelId="{C926DBD0-01B5-4963-AB9A-FE431FBDA968}" type="presParOf" srcId="{ED8CE0C9-7830-4987-A1A7-99A2410B03D9}" destId="{0EFCB3F6-F3B4-4F09-8D66-00F7E66D146C}" srcOrd="2" destOrd="0" presId="urn:microsoft.com/office/officeart/2005/8/layout/pyramid2"/>
    <dgm:cxn modelId="{6E0C1B8B-FCF4-40D9-8E57-C5D511FE48E8}" type="presParOf" srcId="{ED8CE0C9-7830-4987-A1A7-99A2410B03D9}" destId="{E3801E49-896D-4009-94A7-F7A85667600A}" srcOrd="3" destOrd="0" presId="urn:microsoft.com/office/officeart/2005/8/layout/pyramid2"/>
    <dgm:cxn modelId="{2DD279E9-9789-4EA5-BE44-97004629D2A7}" type="presParOf" srcId="{ED8CE0C9-7830-4987-A1A7-99A2410B03D9}" destId="{F7A9573D-6025-4DDC-99DF-E437F3B32B46}" srcOrd="4" destOrd="0" presId="urn:microsoft.com/office/officeart/2005/8/layout/pyramid2"/>
    <dgm:cxn modelId="{DF4CD764-DDA8-4233-9042-96C2F94DB5DE}" type="presParOf" srcId="{ED8CE0C9-7830-4987-A1A7-99A2410B03D9}" destId="{9B8914DA-4B1E-48B9-BD60-A09A37F341A7}" srcOrd="5" destOrd="0" presId="urn:microsoft.com/office/officeart/2005/8/layout/pyramid2"/>
    <dgm:cxn modelId="{DFA992C9-4A72-459A-958F-1157E6DE142D}" type="presParOf" srcId="{ED8CE0C9-7830-4987-A1A7-99A2410B03D9}" destId="{547A2916-A5A7-43F5-A8B9-536FE05A4E6B}" srcOrd="6" destOrd="0" presId="urn:microsoft.com/office/officeart/2005/8/layout/pyramid2"/>
    <dgm:cxn modelId="{7C74E987-E9C3-4ED4-B0EC-512DDBB23BEC}" type="presParOf" srcId="{ED8CE0C9-7830-4987-A1A7-99A2410B03D9}" destId="{CDD74538-DE5E-46B8-8CCF-448235D68FFE}" srcOrd="7" destOrd="0" presId="urn:microsoft.com/office/officeart/2005/8/layout/pyramid2"/>
    <dgm:cxn modelId="{FA720B9C-7911-4DD6-B580-223DEAACBD22}" type="presParOf" srcId="{ED8CE0C9-7830-4987-A1A7-99A2410B03D9}" destId="{AFBC5BA7-9144-4CD5-AE8B-D59ADEB39502}" srcOrd="8" destOrd="0" presId="urn:microsoft.com/office/officeart/2005/8/layout/pyramid2"/>
    <dgm:cxn modelId="{00228CCC-8917-4DC3-928A-49CB10AD6201}" type="presParOf" srcId="{ED8CE0C9-7830-4987-A1A7-99A2410B03D9}" destId="{EA31A10C-9228-48B6-8324-44913222CFF7}" srcOrd="9"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E9B59FA-8CF5-4593-9A1A-9A29DAD06D16}" type="doc">
      <dgm:prSet loTypeId="urn:microsoft.com/office/officeart/2005/8/layout/cycle2" loCatId="cycle" qsTypeId="urn:microsoft.com/office/officeart/2005/8/quickstyle/3d1" qsCatId="3D" csTypeId="urn:microsoft.com/office/officeart/2005/8/colors/accent1_1" csCatId="accent1" phldr="1"/>
      <dgm:spPr/>
      <dgm:t>
        <a:bodyPr/>
        <a:lstStyle/>
        <a:p>
          <a:endParaRPr lang="en-US"/>
        </a:p>
      </dgm:t>
    </dgm:pt>
    <dgm:pt modelId="{8B409810-AA0E-475A-B28C-DD43D43596D8}">
      <dgm:prSet/>
      <dgm:spPr/>
      <dgm:t>
        <a:bodyPr/>
        <a:lstStyle/>
        <a:p>
          <a:r>
            <a:rPr lang="en-GB" b="0" i="0">
              <a:latin typeface="Times New Roman" panose="02020603050405020304" pitchFamily="18" charset="0"/>
              <a:cs typeface="Times New Roman" panose="02020603050405020304" pitchFamily="18" charset="0"/>
            </a:rPr>
            <a:t>Develop a web-based DFA and NFA simulator.</a:t>
          </a:r>
          <a:endParaRPr lang="en-IN" b="0" i="0" dirty="0">
            <a:latin typeface="Times New Roman" panose="02020603050405020304" pitchFamily="18" charset="0"/>
            <a:cs typeface="Times New Roman" panose="02020603050405020304" pitchFamily="18" charset="0"/>
          </a:endParaRPr>
        </a:p>
      </dgm:t>
    </dgm:pt>
    <dgm:pt modelId="{2FB17C07-B90B-4CBE-861E-95AE35B63C6D}" type="parTrans" cxnId="{D73973FD-A07F-4DA3-AAE8-35FCC458FDE9}">
      <dgm:prSet/>
      <dgm:spPr/>
      <dgm:t>
        <a:bodyPr/>
        <a:lstStyle/>
        <a:p>
          <a:endParaRPr lang="en-US"/>
        </a:p>
      </dgm:t>
    </dgm:pt>
    <dgm:pt modelId="{7B7BF361-968A-442E-8898-9DF28AD3621D}" type="sibTrans" cxnId="{D73973FD-A07F-4DA3-AAE8-35FCC458FDE9}">
      <dgm:prSet/>
      <dgm:spPr/>
      <dgm:t>
        <a:bodyPr/>
        <a:lstStyle/>
        <a:p>
          <a:endParaRPr lang="en-US"/>
        </a:p>
      </dgm:t>
    </dgm:pt>
    <dgm:pt modelId="{29594393-8F6D-40B3-AEB0-C2027640B791}">
      <dgm:prSet/>
      <dgm:spPr/>
      <dgm:t>
        <a:bodyPr/>
        <a:lstStyle/>
        <a:p>
          <a:r>
            <a:rPr lang="en-GB" b="0" i="0">
              <a:latin typeface="Times New Roman" panose="02020603050405020304" pitchFamily="18" charset="0"/>
              <a:cs typeface="Times New Roman" panose="02020603050405020304" pitchFamily="18" charset="0"/>
            </a:rPr>
            <a:t>Create and visualize states and transitions.</a:t>
          </a:r>
          <a:endParaRPr lang="en-IN" b="0" i="0" dirty="0">
            <a:latin typeface="Times New Roman" panose="02020603050405020304" pitchFamily="18" charset="0"/>
            <a:cs typeface="Times New Roman" panose="02020603050405020304" pitchFamily="18" charset="0"/>
          </a:endParaRPr>
        </a:p>
      </dgm:t>
    </dgm:pt>
    <dgm:pt modelId="{1ADFD028-5D4F-4EFC-B2E6-01907DE4DA10}" type="parTrans" cxnId="{385524F5-C954-45C2-89CC-7E92DEF5A786}">
      <dgm:prSet/>
      <dgm:spPr/>
      <dgm:t>
        <a:bodyPr/>
        <a:lstStyle/>
        <a:p>
          <a:endParaRPr lang="en-US"/>
        </a:p>
      </dgm:t>
    </dgm:pt>
    <dgm:pt modelId="{A07D5B89-882B-4EEE-924B-140DD53DA74B}" type="sibTrans" cxnId="{385524F5-C954-45C2-89CC-7E92DEF5A786}">
      <dgm:prSet/>
      <dgm:spPr/>
      <dgm:t>
        <a:bodyPr/>
        <a:lstStyle/>
        <a:p>
          <a:endParaRPr lang="en-US"/>
        </a:p>
      </dgm:t>
    </dgm:pt>
    <dgm:pt modelId="{5AEEB0AE-5FC4-4C06-A1B5-B72FDB1931C0}">
      <dgm:prSet/>
      <dgm:spPr/>
      <dgm:t>
        <a:bodyPr/>
        <a:lstStyle/>
        <a:p>
          <a:r>
            <a:rPr lang="en-IN" b="0" i="0">
              <a:latin typeface="Times New Roman" panose="02020603050405020304" pitchFamily="18" charset="0"/>
              <a:cs typeface="Times New Roman" panose="02020603050405020304" pitchFamily="18" charset="0"/>
            </a:rPr>
            <a:t>Implement automatic string validation.</a:t>
          </a:r>
          <a:endParaRPr lang="en-IN" b="0" i="0" dirty="0">
            <a:latin typeface="Times New Roman" panose="02020603050405020304" pitchFamily="18" charset="0"/>
            <a:cs typeface="Times New Roman" panose="02020603050405020304" pitchFamily="18" charset="0"/>
          </a:endParaRPr>
        </a:p>
      </dgm:t>
    </dgm:pt>
    <dgm:pt modelId="{238DFD03-8E33-4259-9E2C-B6AA8983B61E}" type="parTrans" cxnId="{4EB7EDEB-E2A5-435E-9380-AF39BFBCB60C}">
      <dgm:prSet/>
      <dgm:spPr/>
      <dgm:t>
        <a:bodyPr/>
        <a:lstStyle/>
        <a:p>
          <a:endParaRPr lang="en-US"/>
        </a:p>
      </dgm:t>
    </dgm:pt>
    <dgm:pt modelId="{8E36B5E6-9ED0-4F2F-880B-4233E57F8AA4}" type="sibTrans" cxnId="{4EB7EDEB-E2A5-435E-9380-AF39BFBCB60C}">
      <dgm:prSet/>
      <dgm:spPr/>
      <dgm:t>
        <a:bodyPr/>
        <a:lstStyle/>
        <a:p>
          <a:endParaRPr lang="en-US"/>
        </a:p>
      </dgm:t>
    </dgm:pt>
    <dgm:pt modelId="{917E14FF-9563-4C83-8866-D27EFA8C4672}">
      <dgm:prSet/>
      <dgm:spPr/>
      <dgm:t>
        <a:bodyPr/>
        <a:lstStyle/>
        <a:p>
          <a:endParaRPr lang="en-IN" b="0" i="0">
            <a:latin typeface="Times New Roman" panose="02020603050405020304" pitchFamily="18" charset="0"/>
            <a:cs typeface="Times New Roman" panose="02020603050405020304" pitchFamily="18" charset="0"/>
          </a:endParaRPr>
        </a:p>
        <a:p>
          <a:r>
            <a:rPr lang="en-IN" b="0" i="0">
              <a:latin typeface="Times New Roman" panose="02020603050405020304" pitchFamily="18" charset="0"/>
              <a:cs typeface="Times New Roman" panose="02020603050405020304" pitchFamily="18" charset="0"/>
            </a:rPr>
            <a:t>Provide step-by-step automata simulation.</a:t>
          </a:r>
          <a:endParaRPr lang="en-IN" b="0" i="0" dirty="0">
            <a:latin typeface="Times New Roman" panose="02020603050405020304" pitchFamily="18" charset="0"/>
            <a:cs typeface="Times New Roman" panose="02020603050405020304" pitchFamily="18" charset="0"/>
          </a:endParaRPr>
        </a:p>
      </dgm:t>
    </dgm:pt>
    <dgm:pt modelId="{D0479E9C-B206-4561-A36B-3D0860DCFBA3}" type="parTrans" cxnId="{D9AE2BD7-F08D-49BB-82D3-DAE2A03D10BC}">
      <dgm:prSet/>
      <dgm:spPr/>
      <dgm:t>
        <a:bodyPr/>
        <a:lstStyle/>
        <a:p>
          <a:endParaRPr lang="en-US"/>
        </a:p>
      </dgm:t>
    </dgm:pt>
    <dgm:pt modelId="{E1F0E4E3-8C1E-436D-B99E-7A67AD775EF0}" type="sibTrans" cxnId="{D9AE2BD7-F08D-49BB-82D3-DAE2A03D10BC}">
      <dgm:prSet/>
      <dgm:spPr/>
      <dgm:t>
        <a:bodyPr/>
        <a:lstStyle/>
        <a:p>
          <a:endParaRPr lang="en-US"/>
        </a:p>
      </dgm:t>
    </dgm:pt>
    <dgm:pt modelId="{E5C73EE3-4E56-40AB-9B30-186D42D34D6F}">
      <dgm:prSet/>
      <dgm:spPr/>
      <dgm:t>
        <a:bodyPr/>
        <a:lstStyle/>
        <a:p>
          <a:r>
            <a:rPr lang="en-IN" b="0" i="0">
              <a:latin typeface="Times New Roman" panose="02020603050405020304" pitchFamily="18" charset="0"/>
              <a:cs typeface="Times New Roman" panose="02020603050405020304" pitchFamily="18" charset="0"/>
            </a:rPr>
            <a:t>Implement NFA-to-DFA conversion.</a:t>
          </a:r>
          <a:endParaRPr lang="en-IN" b="0" i="0" dirty="0">
            <a:latin typeface="Times New Roman" panose="02020603050405020304" pitchFamily="18" charset="0"/>
            <a:cs typeface="Times New Roman" panose="02020603050405020304" pitchFamily="18" charset="0"/>
          </a:endParaRPr>
        </a:p>
      </dgm:t>
    </dgm:pt>
    <dgm:pt modelId="{6E80E11E-C669-473C-AA7E-3EA96B3C7FE7}" type="parTrans" cxnId="{E9F79106-36B7-4B93-A590-5D481011522D}">
      <dgm:prSet/>
      <dgm:spPr/>
      <dgm:t>
        <a:bodyPr/>
        <a:lstStyle/>
        <a:p>
          <a:endParaRPr lang="en-US"/>
        </a:p>
      </dgm:t>
    </dgm:pt>
    <dgm:pt modelId="{DB4A40DD-E695-4DF9-AE02-A8CC33DA0983}" type="sibTrans" cxnId="{E9F79106-36B7-4B93-A590-5D481011522D}">
      <dgm:prSet/>
      <dgm:spPr/>
      <dgm:t>
        <a:bodyPr/>
        <a:lstStyle/>
        <a:p>
          <a:endParaRPr lang="en-US"/>
        </a:p>
      </dgm:t>
    </dgm:pt>
    <dgm:pt modelId="{3BD967FD-D430-4F2E-9337-0546A1586CE3}" type="pres">
      <dgm:prSet presAssocID="{4E9B59FA-8CF5-4593-9A1A-9A29DAD06D16}" presName="cycle" presStyleCnt="0">
        <dgm:presLayoutVars>
          <dgm:dir/>
          <dgm:resizeHandles val="exact"/>
        </dgm:presLayoutVars>
      </dgm:prSet>
      <dgm:spPr/>
    </dgm:pt>
    <dgm:pt modelId="{10222510-BEEF-4F73-8C4F-43826EBBF905}" type="pres">
      <dgm:prSet presAssocID="{8B409810-AA0E-475A-B28C-DD43D43596D8}" presName="node" presStyleLbl="node1" presStyleIdx="0" presStyleCnt="5">
        <dgm:presLayoutVars>
          <dgm:bulletEnabled val="1"/>
        </dgm:presLayoutVars>
      </dgm:prSet>
      <dgm:spPr/>
    </dgm:pt>
    <dgm:pt modelId="{D9018FAC-24A7-4E47-A0C4-E3C2520CAC67}" type="pres">
      <dgm:prSet presAssocID="{7B7BF361-968A-442E-8898-9DF28AD3621D}" presName="sibTrans" presStyleLbl="sibTrans2D1" presStyleIdx="0" presStyleCnt="5"/>
      <dgm:spPr/>
    </dgm:pt>
    <dgm:pt modelId="{8869584C-2719-44CC-B432-3A2677C3F32B}" type="pres">
      <dgm:prSet presAssocID="{7B7BF361-968A-442E-8898-9DF28AD3621D}" presName="connectorText" presStyleLbl="sibTrans2D1" presStyleIdx="0" presStyleCnt="5"/>
      <dgm:spPr/>
    </dgm:pt>
    <dgm:pt modelId="{E57145F1-4326-4B4B-B544-91B962CD79F5}" type="pres">
      <dgm:prSet presAssocID="{29594393-8F6D-40B3-AEB0-C2027640B791}" presName="node" presStyleLbl="node1" presStyleIdx="1" presStyleCnt="5">
        <dgm:presLayoutVars>
          <dgm:bulletEnabled val="1"/>
        </dgm:presLayoutVars>
      </dgm:prSet>
      <dgm:spPr/>
    </dgm:pt>
    <dgm:pt modelId="{2AAABD7E-BFA7-4A16-BF15-31CFA9D4E6C1}" type="pres">
      <dgm:prSet presAssocID="{A07D5B89-882B-4EEE-924B-140DD53DA74B}" presName="sibTrans" presStyleLbl="sibTrans2D1" presStyleIdx="1" presStyleCnt="5"/>
      <dgm:spPr/>
    </dgm:pt>
    <dgm:pt modelId="{510850E9-360C-4C09-AF17-5C152F1E84F2}" type="pres">
      <dgm:prSet presAssocID="{A07D5B89-882B-4EEE-924B-140DD53DA74B}" presName="connectorText" presStyleLbl="sibTrans2D1" presStyleIdx="1" presStyleCnt="5"/>
      <dgm:spPr/>
    </dgm:pt>
    <dgm:pt modelId="{F0D17F94-A019-4648-B458-9111AC4248E7}" type="pres">
      <dgm:prSet presAssocID="{5AEEB0AE-5FC4-4C06-A1B5-B72FDB1931C0}" presName="node" presStyleLbl="node1" presStyleIdx="2" presStyleCnt="5">
        <dgm:presLayoutVars>
          <dgm:bulletEnabled val="1"/>
        </dgm:presLayoutVars>
      </dgm:prSet>
      <dgm:spPr/>
    </dgm:pt>
    <dgm:pt modelId="{E4450E17-B5A5-496C-B771-6669B12EF0B3}" type="pres">
      <dgm:prSet presAssocID="{8E36B5E6-9ED0-4F2F-880B-4233E57F8AA4}" presName="sibTrans" presStyleLbl="sibTrans2D1" presStyleIdx="2" presStyleCnt="5"/>
      <dgm:spPr/>
    </dgm:pt>
    <dgm:pt modelId="{D4A94A17-8B8A-4E77-A515-E4B7EF95FBBA}" type="pres">
      <dgm:prSet presAssocID="{8E36B5E6-9ED0-4F2F-880B-4233E57F8AA4}" presName="connectorText" presStyleLbl="sibTrans2D1" presStyleIdx="2" presStyleCnt="5"/>
      <dgm:spPr/>
    </dgm:pt>
    <dgm:pt modelId="{4A270763-B127-4FF6-9ED6-6337896D2171}" type="pres">
      <dgm:prSet presAssocID="{917E14FF-9563-4C83-8866-D27EFA8C4672}" presName="node" presStyleLbl="node1" presStyleIdx="3" presStyleCnt="5">
        <dgm:presLayoutVars>
          <dgm:bulletEnabled val="1"/>
        </dgm:presLayoutVars>
      </dgm:prSet>
      <dgm:spPr/>
    </dgm:pt>
    <dgm:pt modelId="{1F0C4E03-21DD-4185-A088-04D9E0F87ADF}" type="pres">
      <dgm:prSet presAssocID="{E1F0E4E3-8C1E-436D-B99E-7A67AD775EF0}" presName="sibTrans" presStyleLbl="sibTrans2D1" presStyleIdx="3" presStyleCnt="5"/>
      <dgm:spPr/>
    </dgm:pt>
    <dgm:pt modelId="{4B0FFB5E-1E7E-4060-BBBE-C1AB8C007E01}" type="pres">
      <dgm:prSet presAssocID="{E1F0E4E3-8C1E-436D-B99E-7A67AD775EF0}" presName="connectorText" presStyleLbl="sibTrans2D1" presStyleIdx="3" presStyleCnt="5"/>
      <dgm:spPr/>
    </dgm:pt>
    <dgm:pt modelId="{5FBDAD1F-1F91-410F-BE70-F6B71E3871CE}" type="pres">
      <dgm:prSet presAssocID="{E5C73EE3-4E56-40AB-9B30-186D42D34D6F}" presName="node" presStyleLbl="node1" presStyleIdx="4" presStyleCnt="5">
        <dgm:presLayoutVars>
          <dgm:bulletEnabled val="1"/>
        </dgm:presLayoutVars>
      </dgm:prSet>
      <dgm:spPr/>
    </dgm:pt>
    <dgm:pt modelId="{1D348B0E-B49E-46C7-91C5-E04C04963CA4}" type="pres">
      <dgm:prSet presAssocID="{DB4A40DD-E695-4DF9-AE02-A8CC33DA0983}" presName="sibTrans" presStyleLbl="sibTrans2D1" presStyleIdx="4" presStyleCnt="5"/>
      <dgm:spPr/>
    </dgm:pt>
    <dgm:pt modelId="{91569778-14B6-4D63-A9EF-C7E8D97FCA95}" type="pres">
      <dgm:prSet presAssocID="{DB4A40DD-E695-4DF9-AE02-A8CC33DA0983}" presName="connectorText" presStyleLbl="sibTrans2D1" presStyleIdx="4" presStyleCnt="5"/>
      <dgm:spPr/>
    </dgm:pt>
  </dgm:ptLst>
  <dgm:cxnLst>
    <dgm:cxn modelId="{E9F79106-36B7-4B93-A590-5D481011522D}" srcId="{4E9B59FA-8CF5-4593-9A1A-9A29DAD06D16}" destId="{E5C73EE3-4E56-40AB-9B30-186D42D34D6F}" srcOrd="4" destOrd="0" parTransId="{6E80E11E-C669-473C-AA7E-3EA96B3C7FE7}" sibTransId="{DB4A40DD-E695-4DF9-AE02-A8CC33DA0983}"/>
    <dgm:cxn modelId="{C05CB114-7A22-4915-AB5A-60DE9BA3E789}" type="presOf" srcId="{8E36B5E6-9ED0-4F2F-880B-4233E57F8AA4}" destId="{D4A94A17-8B8A-4E77-A515-E4B7EF95FBBA}" srcOrd="1" destOrd="0" presId="urn:microsoft.com/office/officeart/2005/8/layout/cycle2"/>
    <dgm:cxn modelId="{64B6BE14-659B-4DB5-BA3F-9AED8AE7FA56}" type="presOf" srcId="{A07D5B89-882B-4EEE-924B-140DD53DA74B}" destId="{510850E9-360C-4C09-AF17-5C152F1E84F2}" srcOrd="1" destOrd="0" presId="urn:microsoft.com/office/officeart/2005/8/layout/cycle2"/>
    <dgm:cxn modelId="{64C0101F-BAC6-4B07-8078-9EB8C46DD237}" type="presOf" srcId="{4E9B59FA-8CF5-4593-9A1A-9A29DAD06D16}" destId="{3BD967FD-D430-4F2E-9337-0546A1586CE3}" srcOrd="0" destOrd="0" presId="urn:microsoft.com/office/officeart/2005/8/layout/cycle2"/>
    <dgm:cxn modelId="{2660A931-908C-4ECF-AA55-34F353F2C04C}" type="presOf" srcId="{5AEEB0AE-5FC4-4C06-A1B5-B72FDB1931C0}" destId="{F0D17F94-A019-4648-B458-9111AC4248E7}" srcOrd="0" destOrd="0" presId="urn:microsoft.com/office/officeart/2005/8/layout/cycle2"/>
    <dgm:cxn modelId="{B5586E6E-D1CB-47A7-8436-BBCDFE95FB50}" type="presOf" srcId="{DB4A40DD-E695-4DF9-AE02-A8CC33DA0983}" destId="{91569778-14B6-4D63-A9EF-C7E8D97FCA95}" srcOrd="1" destOrd="0" presId="urn:microsoft.com/office/officeart/2005/8/layout/cycle2"/>
    <dgm:cxn modelId="{81896070-D266-4F13-BDCB-DD1464525842}" type="presOf" srcId="{8B409810-AA0E-475A-B28C-DD43D43596D8}" destId="{10222510-BEEF-4F73-8C4F-43826EBBF905}" srcOrd="0" destOrd="0" presId="urn:microsoft.com/office/officeart/2005/8/layout/cycle2"/>
    <dgm:cxn modelId="{8079C770-69C7-400E-81BA-EAD7E2572045}" type="presOf" srcId="{8E36B5E6-9ED0-4F2F-880B-4233E57F8AA4}" destId="{E4450E17-B5A5-496C-B771-6669B12EF0B3}" srcOrd="0" destOrd="0" presId="urn:microsoft.com/office/officeart/2005/8/layout/cycle2"/>
    <dgm:cxn modelId="{A5CD3453-9D87-4944-8BA3-EABF18F5FCC2}" type="presOf" srcId="{7B7BF361-968A-442E-8898-9DF28AD3621D}" destId="{8869584C-2719-44CC-B432-3A2677C3F32B}" srcOrd="1" destOrd="0" presId="urn:microsoft.com/office/officeart/2005/8/layout/cycle2"/>
    <dgm:cxn modelId="{95230054-CADC-4486-8C02-77FE0C634E04}" type="presOf" srcId="{E1F0E4E3-8C1E-436D-B99E-7A67AD775EF0}" destId="{1F0C4E03-21DD-4185-A088-04D9E0F87ADF}" srcOrd="0" destOrd="0" presId="urn:microsoft.com/office/officeart/2005/8/layout/cycle2"/>
    <dgm:cxn modelId="{D1B6BEAB-0765-4848-B55F-92E1AD3FFE36}" type="presOf" srcId="{A07D5B89-882B-4EEE-924B-140DD53DA74B}" destId="{2AAABD7E-BFA7-4A16-BF15-31CFA9D4E6C1}" srcOrd="0" destOrd="0" presId="urn:microsoft.com/office/officeart/2005/8/layout/cycle2"/>
    <dgm:cxn modelId="{AACB1AC3-FB0B-48DA-BFF2-7B63FA3347BB}" type="presOf" srcId="{7B7BF361-968A-442E-8898-9DF28AD3621D}" destId="{D9018FAC-24A7-4E47-A0C4-E3C2520CAC67}" srcOrd="0" destOrd="0" presId="urn:microsoft.com/office/officeart/2005/8/layout/cycle2"/>
    <dgm:cxn modelId="{DD93EAC7-E837-4F64-8B23-C8C60463A5D0}" type="presOf" srcId="{DB4A40DD-E695-4DF9-AE02-A8CC33DA0983}" destId="{1D348B0E-B49E-46C7-91C5-E04C04963CA4}" srcOrd="0" destOrd="0" presId="urn:microsoft.com/office/officeart/2005/8/layout/cycle2"/>
    <dgm:cxn modelId="{7BF225D5-FA13-4BA3-8CC8-6A2C9ACFD0CC}" type="presOf" srcId="{29594393-8F6D-40B3-AEB0-C2027640B791}" destId="{E57145F1-4326-4B4B-B544-91B962CD79F5}" srcOrd="0" destOrd="0" presId="urn:microsoft.com/office/officeart/2005/8/layout/cycle2"/>
    <dgm:cxn modelId="{D9AE2BD7-F08D-49BB-82D3-DAE2A03D10BC}" srcId="{4E9B59FA-8CF5-4593-9A1A-9A29DAD06D16}" destId="{917E14FF-9563-4C83-8866-D27EFA8C4672}" srcOrd="3" destOrd="0" parTransId="{D0479E9C-B206-4561-A36B-3D0860DCFBA3}" sibTransId="{E1F0E4E3-8C1E-436D-B99E-7A67AD775EF0}"/>
    <dgm:cxn modelId="{03634EE5-8732-40AD-9552-F4AB8247C7B9}" type="presOf" srcId="{E5C73EE3-4E56-40AB-9B30-186D42D34D6F}" destId="{5FBDAD1F-1F91-410F-BE70-F6B71E3871CE}" srcOrd="0" destOrd="0" presId="urn:microsoft.com/office/officeart/2005/8/layout/cycle2"/>
    <dgm:cxn modelId="{4EB7EDEB-E2A5-435E-9380-AF39BFBCB60C}" srcId="{4E9B59FA-8CF5-4593-9A1A-9A29DAD06D16}" destId="{5AEEB0AE-5FC4-4C06-A1B5-B72FDB1931C0}" srcOrd="2" destOrd="0" parTransId="{238DFD03-8E33-4259-9E2C-B6AA8983B61E}" sibTransId="{8E36B5E6-9ED0-4F2F-880B-4233E57F8AA4}"/>
    <dgm:cxn modelId="{F3702CEC-22F7-4BD7-8CC2-A9E58A372EED}" type="presOf" srcId="{E1F0E4E3-8C1E-436D-B99E-7A67AD775EF0}" destId="{4B0FFB5E-1E7E-4060-BBBE-C1AB8C007E01}" srcOrd="1" destOrd="0" presId="urn:microsoft.com/office/officeart/2005/8/layout/cycle2"/>
    <dgm:cxn modelId="{385524F5-C954-45C2-89CC-7E92DEF5A786}" srcId="{4E9B59FA-8CF5-4593-9A1A-9A29DAD06D16}" destId="{29594393-8F6D-40B3-AEB0-C2027640B791}" srcOrd="1" destOrd="0" parTransId="{1ADFD028-5D4F-4EFC-B2E6-01907DE4DA10}" sibTransId="{A07D5B89-882B-4EEE-924B-140DD53DA74B}"/>
    <dgm:cxn modelId="{E474ADF6-98D6-4121-8535-E9F1E1BDBB0A}" type="presOf" srcId="{917E14FF-9563-4C83-8866-D27EFA8C4672}" destId="{4A270763-B127-4FF6-9ED6-6337896D2171}" srcOrd="0" destOrd="0" presId="urn:microsoft.com/office/officeart/2005/8/layout/cycle2"/>
    <dgm:cxn modelId="{D73973FD-A07F-4DA3-AAE8-35FCC458FDE9}" srcId="{4E9B59FA-8CF5-4593-9A1A-9A29DAD06D16}" destId="{8B409810-AA0E-475A-B28C-DD43D43596D8}" srcOrd="0" destOrd="0" parTransId="{2FB17C07-B90B-4CBE-861E-95AE35B63C6D}" sibTransId="{7B7BF361-968A-442E-8898-9DF28AD3621D}"/>
    <dgm:cxn modelId="{B581B566-6CE5-4515-9E5B-4ECEA07B876A}" type="presParOf" srcId="{3BD967FD-D430-4F2E-9337-0546A1586CE3}" destId="{10222510-BEEF-4F73-8C4F-43826EBBF905}" srcOrd="0" destOrd="0" presId="urn:microsoft.com/office/officeart/2005/8/layout/cycle2"/>
    <dgm:cxn modelId="{D5175BEC-A3B7-42D9-A065-AF31D6076678}" type="presParOf" srcId="{3BD967FD-D430-4F2E-9337-0546A1586CE3}" destId="{D9018FAC-24A7-4E47-A0C4-E3C2520CAC67}" srcOrd="1" destOrd="0" presId="urn:microsoft.com/office/officeart/2005/8/layout/cycle2"/>
    <dgm:cxn modelId="{5C0CB809-07E9-4D5A-99D6-255FF2AB3579}" type="presParOf" srcId="{D9018FAC-24A7-4E47-A0C4-E3C2520CAC67}" destId="{8869584C-2719-44CC-B432-3A2677C3F32B}" srcOrd="0" destOrd="0" presId="urn:microsoft.com/office/officeart/2005/8/layout/cycle2"/>
    <dgm:cxn modelId="{83CF0D9B-DFCF-441A-A949-2554722C6BAF}" type="presParOf" srcId="{3BD967FD-D430-4F2E-9337-0546A1586CE3}" destId="{E57145F1-4326-4B4B-B544-91B962CD79F5}" srcOrd="2" destOrd="0" presId="urn:microsoft.com/office/officeart/2005/8/layout/cycle2"/>
    <dgm:cxn modelId="{97AA8997-85A4-4FEB-99BC-9AC3CAC29EA4}" type="presParOf" srcId="{3BD967FD-D430-4F2E-9337-0546A1586CE3}" destId="{2AAABD7E-BFA7-4A16-BF15-31CFA9D4E6C1}" srcOrd="3" destOrd="0" presId="urn:microsoft.com/office/officeart/2005/8/layout/cycle2"/>
    <dgm:cxn modelId="{3F1D1B4B-1444-4B0B-AB03-3AF9E48EEC0C}" type="presParOf" srcId="{2AAABD7E-BFA7-4A16-BF15-31CFA9D4E6C1}" destId="{510850E9-360C-4C09-AF17-5C152F1E84F2}" srcOrd="0" destOrd="0" presId="urn:microsoft.com/office/officeart/2005/8/layout/cycle2"/>
    <dgm:cxn modelId="{F1C743F4-9BF3-4FB3-8D84-20FB0A0316E1}" type="presParOf" srcId="{3BD967FD-D430-4F2E-9337-0546A1586CE3}" destId="{F0D17F94-A019-4648-B458-9111AC4248E7}" srcOrd="4" destOrd="0" presId="urn:microsoft.com/office/officeart/2005/8/layout/cycle2"/>
    <dgm:cxn modelId="{8E04E604-0080-4C1A-A0B9-6BDAFBEEA1D1}" type="presParOf" srcId="{3BD967FD-D430-4F2E-9337-0546A1586CE3}" destId="{E4450E17-B5A5-496C-B771-6669B12EF0B3}" srcOrd="5" destOrd="0" presId="urn:microsoft.com/office/officeart/2005/8/layout/cycle2"/>
    <dgm:cxn modelId="{46889DE1-1893-41FA-A401-F3E67ED1862F}" type="presParOf" srcId="{E4450E17-B5A5-496C-B771-6669B12EF0B3}" destId="{D4A94A17-8B8A-4E77-A515-E4B7EF95FBBA}" srcOrd="0" destOrd="0" presId="urn:microsoft.com/office/officeart/2005/8/layout/cycle2"/>
    <dgm:cxn modelId="{8494A3DE-0CA4-4A54-A3EE-6244ABA5B068}" type="presParOf" srcId="{3BD967FD-D430-4F2E-9337-0546A1586CE3}" destId="{4A270763-B127-4FF6-9ED6-6337896D2171}" srcOrd="6" destOrd="0" presId="urn:microsoft.com/office/officeart/2005/8/layout/cycle2"/>
    <dgm:cxn modelId="{1384E374-55A4-4C10-A92F-E54A8FF09929}" type="presParOf" srcId="{3BD967FD-D430-4F2E-9337-0546A1586CE3}" destId="{1F0C4E03-21DD-4185-A088-04D9E0F87ADF}" srcOrd="7" destOrd="0" presId="urn:microsoft.com/office/officeart/2005/8/layout/cycle2"/>
    <dgm:cxn modelId="{059518C9-B1C5-4FD1-8D55-D16979A8D361}" type="presParOf" srcId="{1F0C4E03-21DD-4185-A088-04D9E0F87ADF}" destId="{4B0FFB5E-1E7E-4060-BBBE-C1AB8C007E01}" srcOrd="0" destOrd="0" presId="urn:microsoft.com/office/officeart/2005/8/layout/cycle2"/>
    <dgm:cxn modelId="{58EFBF1C-ADAB-451C-AF88-40757C54F6A9}" type="presParOf" srcId="{3BD967FD-D430-4F2E-9337-0546A1586CE3}" destId="{5FBDAD1F-1F91-410F-BE70-F6B71E3871CE}" srcOrd="8" destOrd="0" presId="urn:microsoft.com/office/officeart/2005/8/layout/cycle2"/>
    <dgm:cxn modelId="{95CDF73B-5A2B-4EDC-837C-2BDB9115BD19}" type="presParOf" srcId="{3BD967FD-D430-4F2E-9337-0546A1586CE3}" destId="{1D348B0E-B49E-46C7-91C5-E04C04963CA4}" srcOrd="9" destOrd="0" presId="urn:microsoft.com/office/officeart/2005/8/layout/cycle2"/>
    <dgm:cxn modelId="{E3F70D31-69D4-4977-A94F-ADDA4C293B61}" type="presParOf" srcId="{1D348B0E-B49E-46C7-91C5-E04C04963CA4}" destId="{91569778-14B6-4D63-A9EF-C7E8D97FCA95}"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09407BB-2A6C-405B-B1D7-C6BA54E5FAAA}" type="doc">
      <dgm:prSet loTypeId="urn:microsoft.com/office/officeart/2005/8/layout/StepDownProcess" loCatId="process" qsTypeId="urn:microsoft.com/office/officeart/2005/8/quickstyle/3d3" qsCatId="3D" csTypeId="urn:microsoft.com/office/officeart/2005/8/colors/accent1_2" csCatId="accent1" phldr="1"/>
      <dgm:spPr/>
      <dgm:t>
        <a:bodyPr/>
        <a:lstStyle/>
        <a:p>
          <a:endParaRPr lang="en-US"/>
        </a:p>
      </dgm:t>
    </dgm:pt>
    <dgm:pt modelId="{F590651F-3BA7-41AC-A6F8-D84926350804}">
      <dgm:prSet/>
      <dgm:spPr/>
      <dgm:t>
        <a:bodyPr/>
        <a:lstStyle/>
        <a:p>
          <a:r>
            <a:rPr lang="en-IN" b="0" i="0">
              <a:latin typeface="Times New Roman" panose="02020603050405020304" pitchFamily="18" charset="0"/>
              <a:cs typeface="Times New Roman" panose="02020603050405020304" pitchFamily="18" charset="0"/>
            </a:rPr>
            <a:t>Create DFA / NFA</a:t>
          </a:r>
          <a:endParaRPr lang="en-IN" b="0" i="0" dirty="0">
            <a:latin typeface="Times New Roman" panose="02020603050405020304" pitchFamily="18" charset="0"/>
            <a:cs typeface="Times New Roman" panose="02020603050405020304" pitchFamily="18" charset="0"/>
          </a:endParaRPr>
        </a:p>
      </dgm:t>
    </dgm:pt>
    <dgm:pt modelId="{D498EF30-F1DE-455D-BAA8-AD4BCC505A99}" type="parTrans" cxnId="{F9C98376-9238-495D-8B13-4A2551CF8009}">
      <dgm:prSet/>
      <dgm:spPr/>
      <dgm:t>
        <a:bodyPr/>
        <a:lstStyle/>
        <a:p>
          <a:endParaRPr lang="en-US"/>
        </a:p>
      </dgm:t>
    </dgm:pt>
    <dgm:pt modelId="{86451B85-F349-4C4E-A258-B1F5085B32EC}" type="sibTrans" cxnId="{F9C98376-9238-495D-8B13-4A2551CF8009}">
      <dgm:prSet/>
      <dgm:spPr/>
      <dgm:t>
        <a:bodyPr/>
        <a:lstStyle/>
        <a:p>
          <a:endParaRPr lang="en-US"/>
        </a:p>
      </dgm:t>
    </dgm:pt>
    <dgm:pt modelId="{48721553-8F3D-466D-96CF-F5D7B91FD434}">
      <dgm:prSet/>
      <dgm:spPr/>
      <dgm:t>
        <a:bodyPr/>
        <a:lstStyle/>
        <a:p>
          <a:r>
            <a:rPr lang="en-IN" b="0" i="0">
              <a:latin typeface="Times New Roman" panose="02020603050405020304" pitchFamily="18" charset="0"/>
              <a:cs typeface="Times New Roman" panose="02020603050405020304" pitchFamily="18" charset="0"/>
            </a:rPr>
            <a:t>Define States &amp; Transitions</a:t>
          </a:r>
          <a:endParaRPr lang="en-IN" b="0" i="0" dirty="0">
            <a:latin typeface="Times New Roman" panose="02020603050405020304" pitchFamily="18" charset="0"/>
            <a:cs typeface="Times New Roman" panose="02020603050405020304" pitchFamily="18" charset="0"/>
          </a:endParaRPr>
        </a:p>
      </dgm:t>
    </dgm:pt>
    <dgm:pt modelId="{B4D82055-7462-448E-9E43-62719C7BF8B4}" type="parTrans" cxnId="{EF224FBF-C134-4430-9ECD-C4FE618C792D}">
      <dgm:prSet/>
      <dgm:spPr/>
      <dgm:t>
        <a:bodyPr/>
        <a:lstStyle/>
        <a:p>
          <a:endParaRPr lang="en-US"/>
        </a:p>
      </dgm:t>
    </dgm:pt>
    <dgm:pt modelId="{FAA0A965-48DE-4281-AF0D-9B71079998BF}" type="sibTrans" cxnId="{EF224FBF-C134-4430-9ECD-C4FE618C792D}">
      <dgm:prSet/>
      <dgm:spPr/>
      <dgm:t>
        <a:bodyPr/>
        <a:lstStyle/>
        <a:p>
          <a:endParaRPr lang="en-US"/>
        </a:p>
      </dgm:t>
    </dgm:pt>
    <dgm:pt modelId="{BBFD2979-7F2F-400C-93A4-9E6313D8967E}">
      <dgm:prSet/>
      <dgm:spPr/>
      <dgm:t>
        <a:bodyPr/>
        <a:lstStyle/>
        <a:p>
          <a:r>
            <a:rPr lang="en-IN" b="0" i="0">
              <a:latin typeface="Times New Roman" panose="02020603050405020304" pitchFamily="18" charset="0"/>
              <a:cs typeface="Times New Roman" panose="02020603050405020304" pitchFamily="18" charset="0"/>
            </a:rPr>
            <a:t>Enter Input String</a:t>
          </a:r>
          <a:endParaRPr lang="en-IN" b="0" i="0" dirty="0">
            <a:latin typeface="Times New Roman" panose="02020603050405020304" pitchFamily="18" charset="0"/>
            <a:cs typeface="Times New Roman" panose="02020603050405020304" pitchFamily="18" charset="0"/>
          </a:endParaRPr>
        </a:p>
      </dgm:t>
    </dgm:pt>
    <dgm:pt modelId="{52A0F65F-F994-4D26-9B9C-CC3DE529AEF6}" type="parTrans" cxnId="{1F370401-3047-4113-885D-982D973A25D1}">
      <dgm:prSet/>
      <dgm:spPr/>
      <dgm:t>
        <a:bodyPr/>
        <a:lstStyle/>
        <a:p>
          <a:endParaRPr lang="en-US"/>
        </a:p>
      </dgm:t>
    </dgm:pt>
    <dgm:pt modelId="{5AC45AA6-88C4-4B8B-84A7-2A18BBB5CF16}" type="sibTrans" cxnId="{1F370401-3047-4113-885D-982D973A25D1}">
      <dgm:prSet/>
      <dgm:spPr/>
      <dgm:t>
        <a:bodyPr/>
        <a:lstStyle/>
        <a:p>
          <a:endParaRPr lang="en-US"/>
        </a:p>
      </dgm:t>
    </dgm:pt>
    <dgm:pt modelId="{3D0AB818-C1F3-4771-9F3B-1D27ED796615}">
      <dgm:prSet/>
      <dgm:spPr/>
      <dgm:t>
        <a:bodyPr/>
        <a:lstStyle/>
        <a:p>
          <a:r>
            <a:rPr lang="en-IN" b="0" i="0">
              <a:latin typeface="Times New Roman" panose="02020603050405020304" pitchFamily="18" charset="0"/>
              <a:cs typeface="Times New Roman" panose="02020603050405020304" pitchFamily="18" charset="0"/>
            </a:rPr>
            <a:t>Simulate &amp; Validate String</a:t>
          </a:r>
          <a:r>
            <a:rPr lang="en-GB" b="0" i="0">
              <a:latin typeface="Times New Roman" panose="02020603050405020304" pitchFamily="18" charset="0"/>
              <a:cs typeface="Times New Roman" panose="02020603050405020304" pitchFamily="18" charset="0"/>
            </a:rPr>
            <a:t>.</a:t>
          </a:r>
          <a:endParaRPr lang="en-IN" b="0" i="0" dirty="0">
            <a:latin typeface="Times New Roman" panose="02020603050405020304" pitchFamily="18" charset="0"/>
            <a:cs typeface="Times New Roman" panose="02020603050405020304" pitchFamily="18" charset="0"/>
          </a:endParaRPr>
        </a:p>
      </dgm:t>
    </dgm:pt>
    <dgm:pt modelId="{4DDDC3A9-473F-40FC-BC3E-30FD17A9C5D2}" type="parTrans" cxnId="{360A7FC4-0530-4903-9D4C-03F78325B64A}">
      <dgm:prSet/>
      <dgm:spPr/>
      <dgm:t>
        <a:bodyPr/>
        <a:lstStyle/>
        <a:p>
          <a:endParaRPr lang="en-US"/>
        </a:p>
      </dgm:t>
    </dgm:pt>
    <dgm:pt modelId="{2AAE4E60-C185-4BB9-A163-27FCA08618E1}" type="sibTrans" cxnId="{360A7FC4-0530-4903-9D4C-03F78325B64A}">
      <dgm:prSet/>
      <dgm:spPr/>
      <dgm:t>
        <a:bodyPr/>
        <a:lstStyle/>
        <a:p>
          <a:endParaRPr lang="en-US"/>
        </a:p>
      </dgm:t>
    </dgm:pt>
    <dgm:pt modelId="{9033ACFA-BC2B-43C5-A833-1B9AD3913D95}">
      <dgm:prSet/>
      <dgm:spPr/>
      <dgm:t>
        <a:bodyPr/>
        <a:lstStyle/>
        <a:p>
          <a:r>
            <a:rPr lang="en-IN" b="0" i="0">
              <a:latin typeface="Times New Roman" panose="02020603050405020304" pitchFamily="18" charset="0"/>
              <a:cs typeface="Times New Roman" panose="02020603050405020304" pitchFamily="18" charset="0"/>
            </a:rPr>
            <a:t>Display &amp; Store Result</a:t>
          </a:r>
          <a:endParaRPr lang="en-IN" b="0" i="0" dirty="0">
            <a:latin typeface="Times New Roman" panose="02020603050405020304" pitchFamily="18" charset="0"/>
            <a:cs typeface="Times New Roman" panose="02020603050405020304" pitchFamily="18" charset="0"/>
          </a:endParaRPr>
        </a:p>
      </dgm:t>
    </dgm:pt>
    <dgm:pt modelId="{1FD7A4A7-F255-4DCF-A61E-97BBBA80BC5C}" type="parTrans" cxnId="{1B94CEAB-FB18-43EF-8002-9FFDCDA7A9D7}">
      <dgm:prSet/>
      <dgm:spPr/>
      <dgm:t>
        <a:bodyPr/>
        <a:lstStyle/>
        <a:p>
          <a:endParaRPr lang="en-US"/>
        </a:p>
      </dgm:t>
    </dgm:pt>
    <dgm:pt modelId="{2AF5371B-7961-43D0-89EF-B00095EDD752}" type="sibTrans" cxnId="{1B94CEAB-FB18-43EF-8002-9FFDCDA7A9D7}">
      <dgm:prSet/>
      <dgm:spPr/>
      <dgm:t>
        <a:bodyPr/>
        <a:lstStyle/>
        <a:p>
          <a:endParaRPr lang="en-US"/>
        </a:p>
      </dgm:t>
    </dgm:pt>
    <dgm:pt modelId="{7AC1F2A6-3A0D-4ABD-81DB-05361FD70731}" type="pres">
      <dgm:prSet presAssocID="{609407BB-2A6C-405B-B1D7-C6BA54E5FAAA}" presName="rootnode" presStyleCnt="0">
        <dgm:presLayoutVars>
          <dgm:chMax/>
          <dgm:chPref/>
          <dgm:dir/>
          <dgm:animLvl val="lvl"/>
        </dgm:presLayoutVars>
      </dgm:prSet>
      <dgm:spPr/>
    </dgm:pt>
    <dgm:pt modelId="{B01B5578-8011-49A4-A9B5-B69F1A3FE12D}" type="pres">
      <dgm:prSet presAssocID="{F590651F-3BA7-41AC-A6F8-D84926350804}" presName="composite" presStyleCnt="0"/>
      <dgm:spPr/>
    </dgm:pt>
    <dgm:pt modelId="{BBA2D1FB-C17C-40AD-B98B-CB1DEB0647B2}" type="pres">
      <dgm:prSet presAssocID="{F590651F-3BA7-41AC-A6F8-D84926350804}" presName="bentUpArrow1" presStyleLbl="alignImgPlace1" presStyleIdx="0" presStyleCnt="4"/>
      <dgm:spPr/>
    </dgm:pt>
    <dgm:pt modelId="{2DC41367-FF6F-4052-A167-E93790300CE5}" type="pres">
      <dgm:prSet presAssocID="{F590651F-3BA7-41AC-A6F8-D84926350804}" presName="ParentText" presStyleLbl="node1" presStyleIdx="0" presStyleCnt="5">
        <dgm:presLayoutVars>
          <dgm:chMax val="1"/>
          <dgm:chPref val="1"/>
          <dgm:bulletEnabled val="1"/>
        </dgm:presLayoutVars>
      </dgm:prSet>
      <dgm:spPr/>
    </dgm:pt>
    <dgm:pt modelId="{95A2B05C-3153-4FA1-90DA-66865DE54214}" type="pres">
      <dgm:prSet presAssocID="{F590651F-3BA7-41AC-A6F8-D84926350804}" presName="ChildText" presStyleLbl="revTx" presStyleIdx="0" presStyleCnt="4">
        <dgm:presLayoutVars>
          <dgm:chMax val="0"/>
          <dgm:chPref val="0"/>
          <dgm:bulletEnabled val="1"/>
        </dgm:presLayoutVars>
      </dgm:prSet>
      <dgm:spPr/>
    </dgm:pt>
    <dgm:pt modelId="{ED245E97-9B52-4815-B466-935294013339}" type="pres">
      <dgm:prSet presAssocID="{86451B85-F349-4C4E-A258-B1F5085B32EC}" presName="sibTrans" presStyleCnt="0"/>
      <dgm:spPr/>
    </dgm:pt>
    <dgm:pt modelId="{97ABAD51-4922-4574-BB1D-7A994896F25A}" type="pres">
      <dgm:prSet presAssocID="{48721553-8F3D-466D-96CF-F5D7B91FD434}" presName="composite" presStyleCnt="0"/>
      <dgm:spPr/>
    </dgm:pt>
    <dgm:pt modelId="{457D8936-1F67-4FF0-BA69-533D3B01D02D}" type="pres">
      <dgm:prSet presAssocID="{48721553-8F3D-466D-96CF-F5D7B91FD434}" presName="bentUpArrow1" presStyleLbl="alignImgPlace1" presStyleIdx="1" presStyleCnt="4"/>
      <dgm:spPr/>
    </dgm:pt>
    <dgm:pt modelId="{48AF7919-56B0-4093-8CDF-E874F6070962}" type="pres">
      <dgm:prSet presAssocID="{48721553-8F3D-466D-96CF-F5D7B91FD434}" presName="ParentText" presStyleLbl="node1" presStyleIdx="1" presStyleCnt="5">
        <dgm:presLayoutVars>
          <dgm:chMax val="1"/>
          <dgm:chPref val="1"/>
          <dgm:bulletEnabled val="1"/>
        </dgm:presLayoutVars>
      </dgm:prSet>
      <dgm:spPr/>
    </dgm:pt>
    <dgm:pt modelId="{D15BBE4B-0ABB-4C56-B1DF-11650E467395}" type="pres">
      <dgm:prSet presAssocID="{48721553-8F3D-466D-96CF-F5D7B91FD434}" presName="ChildText" presStyleLbl="revTx" presStyleIdx="1" presStyleCnt="4">
        <dgm:presLayoutVars>
          <dgm:chMax val="0"/>
          <dgm:chPref val="0"/>
          <dgm:bulletEnabled val="1"/>
        </dgm:presLayoutVars>
      </dgm:prSet>
      <dgm:spPr/>
    </dgm:pt>
    <dgm:pt modelId="{C0CCA00F-6974-4B1E-8B0E-1D6A721AD9CB}" type="pres">
      <dgm:prSet presAssocID="{FAA0A965-48DE-4281-AF0D-9B71079998BF}" presName="sibTrans" presStyleCnt="0"/>
      <dgm:spPr/>
    </dgm:pt>
    <dgm:pt modelId="{C1A1CAB7-9BB3-431B-87F1-659DF739FC0C}" type="pres">
      <dgm:prSet presAssocID="{BBFD2979-7F2F-400C-93A4-9E6313D8967E}" presName="composite" presStyleCnt="0"/>
      <dgm:spPr/>
    </dgm:pt>
    <dgm:pt modelId="{08CC2855-FF72-4ADC-BBA5-7CFE9D1A6C23}" type="pres">
      <dgm:prSet presAssocID="{BBFD2979-7F2F-400C-93A4-9E6313D8967E}" presName="bentUpArrow1" presStyleLbl="alignImgPlace1" presStyleIdx="2" presStyleCnt="4"/>
      <dgm:spPr/>
    </dgm:pt>
    <dgm:pt modelId="{9DD58C77-1CEF-4DB5-AA47-1D7A5FCFDE83}" type="pres">
      <dgm:prSet presAssocID="{BBFD2979-7F2F-400C-93A4-9E6313D8967E}" presName="ParentText" presStyleLbl="node1" presStyleIdx="2" presStyleCnt="5">
        <dgm:presLayoutVars>
          <dgm:chMax val="1"/>
          <dgm:chPref val="1"/>
          <dgm:bulletEnabled val="1"/>
        </dgm:presLayoutVars>
      </dgm:prSet>
      <dgm:spPr/>
    </dgm:pt>
    <dgm:pt modelId="{CE50687C-3666-43EA-8133-FD026C6FCB3B}" type="pres">
      <dgm:prSet presAssocID="{BBFD2979-7F2F-400C-93A4-9E6313D8967E}" presName="ChildText" presStyleLbl="revTx" presStyleIdx="2" presStyleCnt="4">
        <dgm:presLayoutVars>
          <dgm:chMax val="0"/>
          <dgm:chPref val="0"/>
          <dgm:bulletEnabled val="1"/>
        </dgm:presLayoutVars>
      </dgm:prSet>
      <dgm:spPr/>
    </dgm:pt>
    <dgm:pt modelId="{A69A4302-5ADD-4D1F-8706-FF7E959140E3}" type="pres">
      <dgm:prSet presAssocID="{5AC45AA6-88C4-4B8B-84A7-2A18BBB5CF16}" presName="sibTrans" presStyleCnt="0"/>
      <dgm:spPr/>
    </dgm:pt>
    <dgm:pt modelId="{574A6BDB-89A6-4824-B126-FD8323AE6A67}" type="pres">
      <dgm:prSet presAssocID="{3D0AB818-C1F3-4771-9F3B-1D27ED796615}" presName="composite" presStyleCnt="0"/>
      <dgm:spPr/>
    </dgm:pt>
    <dgm:pt modelId="{7D0A41CE-ACD6-492F-96E2-535C51616D1C}" type="pres">
      <dgm:prSet presAssocID="{3D0AB818-C1F3-4771-9F3B-1D27ED796615}" presName="bentUpArrow1" presStyleLbl="alignImgPlace1" presStyleIdx="3" presStyleCnt="4"/>
      <dgm:spPr/>
    </dgm:pt>
    <dgm:pt modelId="{076AFAE2-7DDD-45F3-93E8-089DAEEDA845}" type="pres">
      <dgm:prSet presAssocID="{3D0AB818-C1F3-4771-9F3B-1D27ED796615}" presName="ParentText" presStyleLbl="node1" presStyleIdx="3" presStyleCnt="5">
        <dgm:presLayoutVars>
          <dgm:chMax val="1"/>
          <dgm:chPref val="1"/>
          <dgm:bulletEnabled val="1"/>
        </dgm:presLayoutVars>
      </dgm:prSet>
      <dgm:spPr/>
    </dgm:pt>
    <dgm:pt modelId="{4C8FEF8F-918F-461A-A78A-8F481A7835A9}" type="pres">
      <dgm:prSet presAssocID="{3D0AB818-C1F3-4771-9F3B-1D27ED796615}" presName="ChildText" presStyleLbl="revTx" presStyleIdx="3" presStyleCnt="4">
        <dgm:presLayoutVars>
          <dgm:chMax val="0"/>
          <dgm:chPref val="0"/>
          <dgm:bulletEnabled val="1"/>
        </dgm:presLayoutVars>
      </dgm:prSet>
      <dgm:spPr/>
    </dgm:pt>
    <dgm:pt modelId="{4DC9C22B-1225-42CE-BA68-2381DA686362}" type="pres">
      <dgm:prSet presAssocID="{2AAE4E60-C185-4BB9-A163-27FCA08618E1}" presName="sibTrans" presStyleCnt="0"/>
      <dgm:spPr/>
    </dgm:pt>
    <dgm:pt modelId="{384D4E79-EF79-49CE-B081-DE5CCC12E49D}" type="pres">
      <dgm:prSet presAssocID="{9033ACFA-BC2B-43C5-A833-1B9AD3913D95}" presName="composite" presStyleCnt="0"/>
      <dgm:spPr/>
    </dgm:pt>
    <dgm:pt modelId="{D29047C5-A9B2-437E-8368-A142E64644BB}" type="pres">
      <dgm:prSet presAssocID="{9033ACFA-BC2B-43C5-A833-1B9AD3913D95}" presName="ParentText" presStyleLbl="node1" presStyleIdx="4" presStyleCnt="5">
        <dgm:presLayoutVars>
          <dgm:chMax val="1"/>
          <dgm:chPref val="1"/>
          <dgm:bulletEnabled val="1"/>
        </dgm:presLayoutVars>
      </dgm:prSet>
      <dgm:spPr/>
    </dgm:pt>
  </dgm:ptLst>
  <dgm:cxnLst>
    <dgm:cxn modelId="{1F370401-3047-4113-885D-982D973A25D1}" srcId="{609407BB-2A6C-405B-B1D7-C6BA54E5FAAA}" destId="{BBFD2979-7F2F-400C-93A4-9E6313D8967E}" srcOrd="2" destOrd="0" parTransId="{52A0F65F-F994-4D26-9B9C-CC3DE529AEF6}" sibTransId="{5AC45AA6-88C4-4B8B-84A7-2A18BBB5CF16}"/>
    <dgm:cxn modelId="{77354504-DDBD-4F5B-8D6F-E6424166F81D}" type="presOf" srcId="{48721553-8F3D-466D-96CF-F5D7B91FD434}" destId="{48AF7919-56B0-4093-8CDF-E874F6070962}" srcOrd="0" destOrd="0" presId="urn:microsoft.com/office/officeart/2005/8/layout/StepDownProcess"/>
    <dgm:cxn modelId="{60E4103A-C621-4764-BD51-D3DE4E8972B1}" type="presOf" srcId="{BBFD2979-7F2F-400C-93A4-9E6313D8967E}" destId="{9DD58C77-1CEF-4DB5-AA47-1D7A5FCFDE83}" srcOrd="0" destOrd="0" presId="urn:microsoft.com/office/officeart/2005/8/layout/StepDownProcess"/>
    <dgm:cxn modelId="{186EC749-1C7C-4606-B33F-C90317B03592}" type="presOf" srcId="{9033ACFA-BC2B-43C5-A833-1B9AD3913D95}" destId="{D29047C5-A9B2-437E-8368-A142E64644BB}" srcOrd="0" destOrd="0" presId="urn:microsoft.com/office/officeart/2005/8/layout/StepDownProcess"/>
    <dgm:cxn modelId="{F9C98376-9238-495D-8B13-4A2551CF8009}" srcId="{609407BB-2A6C-405B-B1D7-C6BA54E5FAAA}" destId="{F590651F-3BA7-41AC-A6F8-D84926350804}" srcOrd="0" destOrd="0" parTransId="{D498EF30-F1DE-455D-BAA8-AD4BCC505A99}" sibTransId="{86451B85-F349-4C4E-A258-B1F5085B32EC}"/>
    <dgm:cxn modelId="{44421979-4564-427E-914D-D46191878919}" type="presOf" srcId="{3D0AB818-C1F3-4771-9F3B-1D27ED796615}" destId="{076AFAE2-7DDD-45F3-93E8-089DAEEDA845}" srcOrd="0" destOrd="0" presId="urn:microsoft.com/office/officeart/2005/8/layout/StepDownProcess"/>
    <dgm:cxn modelId="{D383F47C-CA1C-443F-A349-DC660A515C77}" type="presOf" srcId="{609407BB-2A6C-405B-B1D7-C6BA54E5FAAA}" destId="{7AC1F2A6-3A0D-4ABD-81DB-05361FD70731}" srcOrd="0" destOrd="0" presId="urn:microsoft.com/office/officeart/2005/8/layout/StepDownProcess"/>
    <dgm:cxn modelId="{1B94CEAB-FB18-43EF-8002-9FFDCDA7A9D7}" srcId="{609407BB-2A6C-405B-B1D7-C6BA54E5FAAA}" destId="{9033ACFA-BC2B-43C5-A833-1B9AD3913D95}" srcOrd="4" destOrd="0" parTransId="{1FD7A4A7-F255-4DCF-A61E-97BBBA80BC5C}" sibTransId="{2AF5371B-7961-43D0-89EF-B00095EDD752}"/>
    <dgm:cxn modelId="{EF224FBF-C134-4430-9ECD-C4FE618C792D}" srcId="{609407BB-2A6C-405B-B1D7-C6BA54E5FAAA}" destId="{48721553-8F3D-466D-96CF-F5D7B91FD434}" srcOrd="1" destOrd="0" parTransId="{B4D82055-7462-448E-9E43-62719C7BF8B4}" sibTransId="{FAA0A965-48DE-4281-AF0D-9B71079998BF}"/>
    <dgm:cxn modelId="{360A7FC4-0530-4903-9D4C-03F78325B64A}" srcId="{609407BB-2A6C-405B-B1D7-C6BA54E5FAAA}" destId="{3D0AB818-C1F3-4771-9F3B-1D27ED796615}" srcOrd="3" destOrd="0" parTransId="{4DDDC3A9-473F-40FC-BC3E-30FD17A9C5D2}" sibTransId="{2AAE4E60-C185-4BB9-A163-27FCA08618E1}"/>
    <dgm:cxn modelId="{AB72E7E2-7350-44A4-B0A3-9A65D183569D}" type="presOf" srcId="{F590651F-3BA7-41AC-A6F8-D84926350804}" destId="{2DC41367-FF6F-4052-A167-E93790300CE5}" srcOrd="0" destOrd="0" presId="urn:microsoft.com/office/officeart/2005/8/layout/StepDownProcess"/>
    <dgm:cxn modelId="{B0BF8691-F9CA-4E70-8B54-E77B336BD3F0}" type="presParOf" srcId="{7AC1F2A6-3A0D-4ABD-81DB-05361FD70731}" destId="{B01B5578-8011-49A4-A9B5-B69F1A3FE12D}" srcOrd="0" destOrd="0" presId="urn:microsoft.com/office/officeart/2005/8/layout/StepDownProcess"/>
    <dgm:cxn modelId="{31D165BC-7FEF-4BC9-BEBF-DA328A3AA826}" type="presParOf" srcId="{B01B5578-8011-49A4-A9B5-B69F1A3FE12D}" destId="{BBA2D1FB-C17C-40AD-B98B-CB1DEB0647B2}" srcOrd="0" destOrd="0" presId="urn:microsoft.com/office/officeart/2005/8/layout/StepDownProcess"/>
    <dgm:cxn modelId="{C1D2430F-AF36-487B-AF16-5960D2A77C74}" type="presParOf" srcId="{B01B5578-8011-49A4-A9B5-B69F1A3FE12D}" destId="{2DC41367-FF6F-4052-A167-E93790300CE5}" srcOrd="1" destOrd="0" presId="urn:microsoft.com/office/officeart/2005/8/layout/StepDownProcess"/>
    <dgm:cxn modelId="{E207324A-F630-456A-9F3D-0AD554680D59}" type="presParOf" srcId="{B01B5578-8011-49A4-A9B5-B69F1A3FE12D}" destId="{95A2B05C-3153-4FA1-90DA-66865DE54214}" srcOrd="2" destOrd="0" presId="urn:microsoft.com/office/officeart/2005/8/layout/StepDownProcess"/>
    <dgm:cxn modelId="{A025FED6-E1F2-44C3-AAAA-E2A488684E7A}" type="presParOf" srcId="{7AC1F2A6-3A0D-4ABD-81DB-05361FD70731}" destId="{ED245E97-9B52-4815-B466-935294013339}" srcOrd="1" destOrd="0" presId="urn:microsoft.com/office/officeart/2005/8/layout/StepDownProcess"/>
    <dgm:cxn modelId="{CD3226D0-8885-4D09-AEA7-7D2FCCF2FB88}" type="presParOf" srcId="{7AC1F2A6-3A0D-4ABD-81DB-05361FD70731}" destId="{97ABAD51-4922-4574-BB1D-7A994896F25A}" srcOrd="2" destOrd="0" presId="urn:microsoft.com/office/officeart/2005/8/layout/StepDownProcess"/>
    <dgm:cxn modelId="{A06A9139-FB6D-4693-A259-79C1E3D2B5F8}" type="presParOf" srcId="{97ABAD51-4922-4574-BB1D-7A994896F25A}" destId="{457D8936-1F67-4FF0-BA69-533D3B01D02D}" srcOrd="0" destOrd="0" presId="urn:microsoft.com/office/officeart/2005/8/layout/StepDownProcess"/>
    <dgm:cxn modelId="{23FCF64F-2342-4394-8D45-AC8C5D79275D}" type="presParOf" srcId="{97ABAD51-4922-4574-BB1D-7A994896F25A}" destId="{48AF7919-56B0-4093-8CDF-E874F6070962}" srcOrd="1" destOrd="0" presId="urn:microsoft.com/office/officeart/2005/8/layout/StepDownProcess"/>
    <dgm:cxn modelId="{3568D9E9-C80D-48C1-BAD3-75F043F8E061}" type="presParOf" srcId="{97ABAD51-4922-4574-BB1D-7A994896F25A}" destId="{D15BBE4B-0ABB-4C56-B1DF-11650E467395}" srcOrd="2" destOrd="0" presId="urn:microsoft.com/office/officeart/2005/8/layout/StepDownProcess"/>
    <dgm:cxn modelId="{5BFAAA02-BBCB-44DE-B7C9-44004138F8C2}" type="presParOf" srcId="{7AC1F2A6-3A0D-4ABD-81DB-05361FD70731}" destId="{C0CCA00F-6974-4B1E-8B0E-1D6A721AD9CB}" srcOrd="3" destOrd="0" presId="urn:microsoft.com/office/officeart/2005/8/layout/StepDownProcess"/>
    <dgm:cxn modelId="{BEF7EBDC-0D43-442F-BD66-3ACC421AE434}" type="presParOf" srcId="{7AC1F2A6-3A0D-4ABD-81DB-05361FD70731}" destId="{C1A1CAB7-9BB3-431B-87F1-659DF739FC0C}" srcOrd="4" destOrd="0" presId="urn:microsoft.com/office/officeart/2005/8/layout/StepDownProcess"/>
    <dgm:cxn modelId="{93A90015-CBCD-4FA3-8000-D1FA77BC9771}" type="presParOf" srcId="{C1A1CAB7-9BB3-431B-87F1-659DF739FC0C}" destId="{08CC2855-FF72-4ADC-BBA5-7CFE9D1A6C23}" srcOrd="0" destOrd="0" presId="urn:microsoft.com/office/officeart/2005/8/layout/StepDownProcess"/>
    <dgm:cxn modelId="{447A7AC7-E784-4D6A-87D8-8E62C2168908}" type="presParOf" srcId="{C1A1CAB7-9BB3-431B-87F1-659DF739FC0C}" destId="{9DD58C77-1CEF-4DB5-AA47-1D7A5FCFDE83}" srcOrd="1" destOrd="0" presId="urn:microsoft.com/office/officeart/2005/8/layout/StepDownProcess"/>
    <dgm:cxn modelId="{5C052945-0DF3-4DBD-8D90-7BBBE1967D6B}" type="presParOf" srcId="{C1A1CAB7-9BB3-431B-87F1-659DF739FC0C}" destId="{CE50687C-3666-43EA-8133-FD026C6FCB3B}" srcOrd="2" destOrd="0" presId="urn:microsoft.com/office/officeart/2005/8/layout/StepDownProcess"/>
    <dgm:cxn modelId="{C7F3FB7C-433F-4A80-A809-DCA60DB18854}" type="presParOf" srcId="{7AC1F2A6-3A0D-4ABD-81DB-05361FD70731}" destId="{A69A4302-5ADD-4D1F-8706-FF7E959140E3}" srcOrd="5" destOrd="0" presId="urn:microsoft.com/office/officeart/2005/8/layout/StepDownProcess"/>
    <dgm:cxn modelId="{8A6408E0-1927-49E8-8178-DBA43A1484EE}" type="presParOf" srcId="{7AC1F2A6-3A0D-4ABD-81DB-05361FD70731}" destId="{574A6BDB-89A6-4824-B126-FD8323AE6A67}" srcOrd="6" destOrd="0" presId="urn:microsoft.com/office/officeart/2005/8/layout/StepDownProcess"/>
    <dgm:cxn modelId="{C113C889-6D31-4C1B-854D-7AB5ADEFD8D5}" type="presParOf" srcId="{574A6BDB-89A6-4824-B126-FD8323AE6A67}" destId="{7D0A41CE-ACD6-492F-96E2-535C51616D1C}" srcOrd="0" destOrd="0" presId="urn:microsoft.com/office/officeart/2005/8/layout/StepDownProcess"/>
    <dgm:cxn modelId="{C5D6E407-2182-4CA6-9CA2-773EF19939FE}" type="presParOf" srcId="{574A6BDB-89A6-4824-B126-FD8323AE6A67}" destId="{076AFAE2-7DDD-45F3-93E8-089DAEEDA845}" srcOrd="1" destOrd="0" presId="urn:microsoft.com/office/officeart/2005/8/layout/StepDownProcess"/>
    <dgm:cxn modelId="{DB6C7819-0C75-45F7-9E29-B50B34EBECA0}" type="presParOf" srcId="{574A6BDB-89A6-4824-B126-FD8323AE6A67}" destId="{4C8FEF8F-918F-461A-A78A-8F481A7835A9}" srcOrd="2" destOrd="0" presId="urn:microsoft.com/office/officeart/2005/8/layout/StepDownProcess"/>
    <dgm:cxn modelId="{2ED2C4A6-A1FE-4D82-B78C-3AE25D5187B7}" type="presParOf" srcId="{7AC1F2A6-3A0D-4ABD-81DB-05361FD70731}" destId="{4DC9C22B-1225-42CE-BA68-2381DA686362}" srcOrd="7" destOrd="0" presId="urn:microsoft.com/office/officeart/2005/8/layout/StepDownProcess"/>
    <dgm:cxn modelId="{25993F13-0892-48D0-B57D-323569FD0AC5}" type="presParOf" srcId="{7AC1F2A6-3A0D-4ABD-81DB-05361FD70731}" destId="{384D4E79-EF79-49CE-B081-DE5CCC12E49D}" srcOrd="8" destOrd="0" presId="urn:microsoft.com/office/officeart/2005/8/layout/StepDownProcess"/>
    <dgm:cxn modelId="{4159AF3B-96E3-4794-B58E-5853242DBEC6}" type="presParOf" srcId="{384D4E79-EF79-49CE-B081-DE5CCC12E49D}" destId="{D29047C5-A9B2-437E-8368-A142E64644BB}"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39D9979-329C-46E3-95DE-30EA63EEACE7}" type="doc">
      <dgm:prSet loTypeId="urn:microsoft.com/office/officeart/2005/8/layout/default" loCatId="list" qsTypeId="urn:microsoft.com/office/officeart/2005/8/quickstyle/3d2" qsCatId="3D" csTypeId="urn:microsoft.com/office/officeart/2005/8/colors/accent0_1" csCatId="mainScheme" phldr="1"/>
      <dgm:spPr/>
      <dgm:t>
        <a:bodyPr/>
        <a:lstStyle/>
        <a:p>
          <a:endParaRPr lang="en-US"/>
        </a:p>
      </dgm:t>
    </dgm:pt>
    <dgm:pt modelId="{E836B6A0-D4A8-4127-B839-01CE11BF42D9}">
      <dgm:prSet/>
      <dgm:spPr/>
      <dgm:t>
        <a:bodyPr/>
        <a:lstStyle/>
        <a:p>
          <a:r>
            <a:rPr lang="en-IN" b="0" i="0">
              <a:latin typeface="Times New Roman" panose="02020603050405020304" pitchFamily="18" charset="0"/>
              <a:cs typeface="Times New Roman" panose="02020603050405020304" pitchFamily="18" charset="0"/>
            </a:rPr>
            <a:t>Create DFA and NFA.</a:t>
          </a:r>
          <a:endParaRPr lang="en-IN" b="0" i="0" dirty="0">
            <a:latin typeface="Times New Roman" panose="02020603050405020304" pitchFamily="18" charset="0"/>
            <a:cs typeface="Times New Roman" panose="02020603050405020304" pitchFamily="18" charset="0"/>
          </a:endParaRPr>
        </a:p>
      </dgm:t>
    </dgm:pt>
    <dgm:pt modelId="{FB32B4D2-08DD-45DB-ABBB-8AD4B68F4B61}" type="parTrans" cxnId="{47BB25D6-969B-412B-A439-FFD8866BD815}">
      <dgm:prSet/>
      <dgm:spPr/>
      <dgm:t>
        <a:bodyPr/>
        <a:lstStyle/>
        <a:p>
          <a:endParaRPr lang="en-US"/>
        </a:p>
      </dgm:t>
    </dgm:pt>
    <dgm:pt modelId="{DA78E8A4-767D-4AE7-B484-C6AEC448A01B}" type="sibTrans" cxnId="{47BB25D6-969B-412B-A439-FFD8866BD815}">
      <dgm:prSet/>
      <dgm:spPr/>
      <dgm:t>
        <a:bodyPr/>
        <a:lstStyle/>
        <a:p>
          <a:endParaRPr lang="en-US"/>
        </a:p>
      </dgm:t>
    </dgm:pt>
    <dgm:pt modelId="{2371DF40-87F0-4132-B966-3DD21127BCDA}">
      <dgm:prSet/>
      <dgm:spPr/>
      <dgm:t>
        <a:bodyPr/>
        <a:lstStyle/>
        <a:p>
          <a:r>
            <a:rPr lang="en-IN" b="0" i="0">
              <a:latin typeface="Times New Roman" panose="02020603050405020304" pitchFamily="18" charset="0"/>
              <a:cs typeface="Times New Roman" panose="02020603050405020304" pitchFamily="18" charset="0"/>
            </a:rPr>
            <a:t>Add and delete states.</a:t>
          </a:r>
          <a:endParaRPr lang="en-IN" b="0" i="0" dirty="0">
            <a:latin typeface="Times New Roman" panose="02020603050405020304" pitchFamily="18" charset="0"/>
            <a:cs typeface="Times New Roman" panose="02020603050405020304" pitchFamily="18" charset="0"/>
          </a:endParaRPr>
        </a:p>
      </dgm:t>
    </dgm:pt>
    <dgm:pt modelId="{AF807800-7F10-45ED-8526-72F37D5E16EE}" type="parTrans" cxnId="{540EFC9C-60B5-42FA-BB0C-F7886DE6B75E}">
      <dgm:prSet/>
      <dgm:spPr/>
      <dgm:t>
        <a:bodyPr/>
        <a:lstStyle/>
        <a:p>
          <a:endParaRPr lang="en-US"/>
        </a:p>
      </dgm:t>
    </dgm:pt>
    <dgm:pt modelId="{36D3C9D9-5D73-496D-8486-A396A9D370A7}" type="sibTrans" cxnId="{540EFC9C-60B5-42FA-BB0C-F7886DE6B75E}">
      <dgm:prSet/>
      <dgm:spPr/>
      <dgm:t>
        <a:bodyPr/>
        <a:lstStyle/>
        <a:p>
          <a:endParaRPr lang="en-US"/>
        </a:p>
      </dgm:t>
    </dgm:pt>
    <dgm:pt modelId="{32B8385D-6981-4AB3-AC7D-53752235410A}">
      <dgm:prSet/>
      <dgm:spPr/>
      <dgm:t>
        <a:bodyPr/>
        <a:lstStyle/>
        <a:p>
          <a:r>
            <a:rPr lang="en-IN" b="0" i="0">
              <a:latin typeface="Times New Roman" panose="02020603050405020304" pitchFamily="18" charset="0"/>
              <a:cs typeface="Times New Roman" panose="02020603050405020304" pitchFamily="18" charset="0"/>
            </a:rPr>
            <a:t>Define input alphabets.</a:t>
          </a:r>
          <a:endParaRPr lang="en-IN" b="0" i="0" dirty="0">
            <a:latin typeface="Times New Roman" panose="02020603050405020304" pitchFamily="18" charset="0"/>
            <a:cs typeface="Times New Roman" panose="02020603050405020304" pitchFamily="18" charset="0"/>
          </a:endParaRPr>
        </a:p>
      </dgm:t>
    </dgm:pt>
    <dgm:pt modelId="{146977E4-D56C-481B-AAFB-9BF126453621}" type="parTrans" cxnId="{F5D4D0C0-D84D-48EF-9956-7320ED4F40CC}">
      <dgm:prSet/>
      <dgm:spPr/>
      <dgm:t>
        <a:bodyPr/>
        <a:lstStyle/>
        <a:p>
          <a:endParaRPr lang="en-US"/>
        </a:p>
      </dgm:t>
    </dgm:pt>
    <dgm:pt modelId="{2BEB27A5-FF6D-44AB-A8DD-647C5FDAF561}" type="sibTrans" cxnId="{F5D4D0C0-D84D-48EF-9956-7320ED4F40CC}">
      <dgm:prSet/>
      <dgm:spPr/>
      <dgm:t>
        <a:bodyPr/>
        <a:lstStyle/>
        <a:p>
          <a:endParaRPr lang="en-US"/>
        </a:p>
      </dgm:t>
    </dgm:pt>
    <dgm:pt modelId="{03BAC58B-CEE4-4482-B3AF-0D10C6D9AAF6}">
      <dgm:prSet/>
      <dgm:spPr/>
      <dgm:t>
        <a:bodyPr/>
        <a:lstStyle/>
        <a:p>
          <a:r>
            <a:rPr lang="en-GB" b="0" i="0">
              <a:latin typeface="Times New Roman" panose="02020603050405020304" pitchFamily="18" charset="0"/>
              <a:cs typeface="Times New Roman" panose="02020603050405020304" pitchFamily="18" charset="0"/>
            </a:rPr>
            <a:t>Select initial and final states.</a:t>
          </a:r>
          <a:endParaRPr lang="en-IN" b="0" i="0">
            <a:latin typeface="Times New Roman" panose="02020603050405020304" pitchFamily="18" charset="0"/>
            <a:cs typeface="Times New Roman" panose="02020603050405020304" pitchFamily="18" charset="0"/>
          </a:endParaRPr>
        </a:p>
        <a:p>
          <a:endParaRPr lang="en-IN" b="0" i="0" dirty="0">
            <a:latin typeface="Times New Roman" panose="02020603050405020304" pitchFamily="18" charset="0"/>
            <a:cs typeface="Times New Roman" panose="02020603050405020304" pitchFamily="18" charset="0"/>
          </a:endParaRPr>
        </a:p>
      </dgm:t>
    </dgm:pt>
    <dgm:pt modelId="{ED08EE08-B9C2-4476-9630-95191FECCF22}" type="parTrans" cxnId="{E5ECC64F-DDD8-4C06-B3C4-8634A20C8E2F}">
      <dgm:prSet/>
      <dgm:spPr/>
      <dgm:t>
        <a:bodyPr/>
        <a:lstStyle/>
        <a:p>
          <a:endParaRPr lang="en-US"/>
        </a:p>
      </dgm:t>
    </dgm:pt>
    <dgm:pt modelId="{88AEDA53-BD78-49AC-8B6E-AD463A55B112}" type="sibTrans" cxnId="{E5ECC64F-DDD8-4C06-B3C4-8634A20C8E2F}">
      <dgm:prSet/>
      <dgm:spPr/>
      <dgm:t>
        <a:bodyPr/>
        <a:lstStyle/>
        <a:p>
          <a:endParaRPr lang="en-US"/>
        </a:p>
      </dgm:t>
    </dgm:pt>
    <dgm:pt modelId="{29C0B144-8E35-4695-928D-D6C2212A2ECA}">
      <dgm:prSet/>
      <dgm:spPr/>
      <dgm:t>
        <a:bodyPr/>
        <a:lstStyle/>
        <a:p>
          <a:r>
            <a:rPr lang="en-IN" b="0" i="0">
              <a:latin typeface="Times New Roman" panose="02020603050405020304" pitchFamily="18" charset="0"/>
              <a:cs typeface="Times New Roman" panose="02020603050405020304" pitchFamily="18" charset="0"/>
            </a:rPr>
            <a:t>Create and manage transitions.</a:t>
          </a:r>
          <a:endParaRPr lang="en-IN" b="0" i="0" dirty="0">
            <a:latin typeface="Times New Roman" panose="02020603050405020304" pitchFamily="18" charset="0"/>
            <a:cs typeface="Times New Roman" panose="02020603050405020304" pitchFamily="18" charset="0"/>
          </a:endParaRPr>
        </a:p>
      </dgm:t>
    </dgm:pt>
    <dgm:pt modelId="{30022CC3-F781-42F1-AD8B-4EE579C54478}" type="parTrans" cxnId="{E1B81B39-494B-4B86-94BF-744FEE518EDA}">
      <dgm:prSet/>
      <dgm:spPr/>
      <dgm:t>
        <a:bodyPr/>
        <a:lstStyle/>
        <a:p>
          <a:endParaRPr lang="en-US"/>
        </a:p>
      </dgm:t>
    </dgm:pt>
    <dgm:pt modelId="{BC03BC86-2815-483F-9F19-5279703123C6}" type="sibTrans" cxnId="{E1B81B39-494B-4B86-94BF-744FEE518EDA}">
      <dgm:prSet/>
      <dgm:spPr/>
      <dgm:t>
        <a:bodyPr/>
        <a:lstStyle/>
        <a:p>
          <a:endParaRPr lang="en-US"/>
        </a:p>
      </dgm:t>
    </dgm:pt>
    <dgm:pt modelId="{4EA76474-D1BE-4171-949B-82F7DD854E2E}" type="pres">
      <dgm:prSet presAssocID="{D39D9979-329C-46E3-95DE-30EA63EEACE7}" presName="diagram" presStyleCnt="0">
        <dgm:presLayoutVars>
          <dgm:dir/>
          <dgm:resizeHandles val="exact"/>
        </dgm:presLayoutVars>
      </dgm:prSet>
      <dgm:spPr/>
    </dgm:pt>
    <dgm:pt modelId="{5A9D8160-0909-4BD1-8BCD-A8D54214637C}" type="pres">
      <dgm:prSet presAssocID="{E836B6A0-D4A8-4127-B839-01CE11BF42D9}" presName="node" presStyleLbl="node1" presStyleIdx="0" presStyleCnt="5">
        <dgm:presLayoutVars>
          <dgm:bulletEnabled val="1"/>
        </dgm:presLayoutVars>
      </dgm:prSet>
      <dgm:spPr/>
    </dgm:pt>
    <dgm:pt modelId="{07D0AF84-4DD2-432E-B97F-96EEEBE5DEEB}" type="pres">
      <dgm:prSet presAssocID="{DA78E8A4-767D-4AE7-B484-C6AEC448A01B}" presName="sibTrans" presStyleCnt="0"/>
      <dgm:spPr/>
    </dgm:pt>
    <dgm:pt modelId="{0397DE31-8B1D-4CB9-9EE7-903D4E3045CD}" type="pres">
      <dgm:prSet presAssocID="{2371DF40-87F0-4132-B966-3DD21127BCDA}" presName="node" presStyleLbl="node1" presStyleIdx="1" presStyleCnt="5">
        <dgm:presLayoutVars>
          <dgm:bulletEnabled val="1"/>
        </dgm:presLayoutVars>
      </dgm:prSet>
      <dgm:spPr/>
    </dgm:pt>
    <dgm:pt modelId="{DB20D84A-E996-436E-8FA7-F7906C0178B2}" type="pres">
      <dgm:prSet presAssocID="{36D3C9D9-5D73-496D-8486-A396A9D370A7}" presName="sibTrans" presStyleCnt="0"/>
      <dgm:spPr/>
    </dgm:pt>
    <dgm:pt modelId="{35DE2A4C-577F-42BC-A3B4-37020E2BF4B1}" type="pres">
      <dgm:prSet presAssocID="{32B8385D-6981-4AB3-AC7D-53752235410A}" presName="node" presStyleLbl="node1" presStyleIdx="2" presStyleCnt="5">
        <dgm:presLayoutVars>
          <dgm:bulletEnabled val="1"/>
        </dgm:presLayoutVars>
      </dgm:prSet>
      <dgm:spPr/>
    </dgm:pt>
    <dgm:pt modelId="{B7716E37-0DED-447C-AF2C-6B929BAA966F}" type="pres">
      <dgm:prSet presAssocID="{2BEB27A5-FF6D-44AB-A8DD-647C5FDAF561}" presName="sibTrans" presStyleCnt="0"/>
      <dgm:spPr/>
    </dgm:pt>
    <dgm:pt modelId="{5D6882B7-990F-4893-B963-AA379E7C32C4}" type="pres">
      <dgm:prSet presAssocID="{03BAC58B-CEE4-4482-B3AF-0D10C6D9AAF6}" presName="node" presStyleLbl="node1" presStyleIdx="3" presStyleCnt="5">
        <dgm:presLayoutVars>
          <dgm:bulletEnabled val="1"/>
        </dgm:presLayoutVars>
      </dgm:prSet>
      <dgm:spPr/>
    </dgm:pt>
    <dgm:pt modelId="{004F054F-5284-4997-866A-AB067564A945}" type="pres">
      <dgm:prSet presAssocID="{88AEDA53-BD78-49AC-8B6E-AD463A55B112}" presName="sibTrans" presStyleCnt="0"/>
      <dgm:spPr/>
    </dgm:pt>
    <dgm:pt modelId="{5B7AAF4D-7975-4789-8508-C8B4A20B3719}" type="pres">
      <dgm:prSet presAssocID="{29C0B144-8E35-4695-928D-D6C2212A2ECA}" presName="node" presStyleLbl="node1" presStyleIdx="4" presStyleCnt="5">
        <dgm:presLayoutVars>
          <dgm:bulletEnabled val="1"/>
        </dgm:presLayoutVars>
      </dgm:prSet>
      <dgm:spPr/>
    </dgm:pt>
  </dgm:ptLst>
  <dgm:cxnLst>
    <dgm:cxn modelId="{E1B81B39-494B-4B86-94BF-744FEE518EDA}" srcId="{D39D9979-329C-46E3-95DE-30EA63EEACE7}" destId="{29C0B144-8E35-4695-928D-D6C2212A2ECA}" srcOrd="4" destOrd="0" parTransId="{30022CC3-F781-42F1-AD8B-4EE579C54478}" sibTransId="{BC03BC86-2815-483F-9F19-5279703123C6}"/>
    <dgm:cxn modelId="{7C97E239-F24D-4CC1-8253-3448177C166D}" type="presOf" srcId="{03BAC58B-CEE4-4482-B3AF-0D10C6D9AAF6}" destId="{5D6882B7-990F-4893-B963-AA379E7C32C4}" srcOrd="0" destOrd="0" presId="urn:microsoft.com/office/officeart/2005/8/layout/default"/>
    <dgm:cxn modelId="{43E4025F-A909-4EE6-8D7D-05BB8996B02B}" type="presOf" srcId="{E836B6A0-D4A8-4127-B839-01CE11BF42D9}" destId="{5A9D8160-0909-4BD1-8BCD-A8D54214637C}" srcOrd="0" destOrd="0" presId="urn:microsoft.com/office/officeart/2005/8/layout/default"/>
    <dgm:cxn modelId="{E5ECC64F-DDD8-4C06-B3C4-8634A20C8E2F}" srcId="{D39D9979-329C-46E3-95DE-30EA63EEACE7}" destId="{03BAC58B-CEE4-4482-B3AF-0D10C6D9AAF6}" srcOrd="3" destOrd="0" parTransId="{ED08EE08-B9C2-4476-9630-95191FECCF22}" sibTransId="{88AEDA53-BD78-49AC-8B6E-AD463A55B112}"/>
    <dgm:cxn modelId="{09AD5A7B-36AE-4A94-AF2E-014D03FE25A4}" type="presOf" srcId="{29C0B144-8E35-4695-928D-D6C2212A2ECA}" destId="{5B7AAF4D-7975-4789-8508-C8B4A20B3719}" srcOrd="0" destOrd="0" presId="urn:microsoft.com/office/officeart/2005/8/layout/default"/>
    <dgm:cxn modelId="{E5E5BA95-61D0-4F95-8331-E2AB93BC458C}" type="presOf" srcId="{32B8385D-6981-4AB3-AC7D-53752235410A}" destId="{35DE2A4C-577F-42BC-A3B4-37020E2BF4B1}" srcOrd="0" destOrd="0" presId="urn:microsoft.com/office/officeart/2005/8/layout/default"/>
    <dgm:cxn modelId="{540EFC9C-60B5-42FA-BB0C-F7886DE6B75E}" srcId="{D39D9979-329C-46E3-95DE-30EA63EEACE7}" destId="{2371DF40-87F0-4132-B966-3DD21127BCDA}" srcOrd="1" destOrd="0" parTransId="{AF807800-7F10-45ED-8526-72F37D5E16EE}" sibTransId="{36D3C9D9-5D73-496D-8486-A396A9D370A7}"/>
    <dgm:cxn modelId="{6D67ECA8-2ABA-4E9C-AC57-813FFC2EF706}" type="presOf" srcId="{D39D9979-329C-46E3-95DE-30EA63EEACE7}" destId="{4EA76474-D1BE-4171-949B-82F7DD854E2E}" srcOrd="0" destOrd="0" presId="urn:microsoft.com/office/officeart/2005/8/layout/default"/>
    <dgm:cxn modelId="{F5D4D0C0-D84D-48EF-9956-7320ED4F40CC}" srcId="{D39D9979-329C-46E3-95DE-30EA63EEACE7}" destId="{32B8385D-6981-4AB3-AC7D-53752235410A}" srcOrd="2" destOrd="0" parTransId="{146977E4-D56C-481B-AAFB-9BF126453621}" sibTransId="{2BEB27A5-FF6D-44AB-A8DD-647C5FDAF561}"/>
    <dgm:cxn modelId="{47BB25D6-969B-412B-A439-FFD8866BD815}" srcId="{D39D9979-329C-46E3-95DE-30EA63EEACE7}" destId="{E836B6A0-D4A8-4127-B839-01CE11BF42D9}" srcOrd="0" destOrd="0" parTransId="{FB32B4D2-08DD-45DB-ABBB-8AD4B68F4B61}" sibTransId="{DA78E8A4-767D-4AE7-B484-C6AEC448A01B}"/>
    <dgm:cxn modelId="{2F67C5F0-A5BB-4A3F-8890-826F4B5C4D74}" type="presOf" srcId="{2371DF40-87F0-4132-B966-3DD21127BCDA}" destId="{0397DE31-8B1D-4CB9-9EE7-903D4E3045CD}" srcOrd="0" destOrd="0" presId="urn:microsoft.com/office/officeart/2005/8/layout/default"/>
    <dgm:cxn modelId="{4B3E561C-75CE-4698-9D44-A0BA89341A1B}" type="presParOf" srcId="{4EA76474-D1BE-4171-949B-82F7DD854E2E}" destId="{5A9D8160-0909-4BD1-8BCD-A8D54214637C}" srcOrd="0" destOrd="0" presId="urn:microsoft.com/office/officeart/2005/8/layout/default"/>
    <dgm:cxn modelId="{3FEF0120-15E3-4E8E-9CFF-0C27F8ACD5C4}" type="presParOf" srcId="{4EA76474-D1BE-4171-949B-82F7DD854E2E}" destId="{07D0AF84-4DD2-432E-B97F-96EEEBE5DEEB}" srcOrd="1" destOrd="0" presId="urn:microsoft.com/office/officeart/2005/8/layout/default"/>
    <dgm:cxn modelId="{BDBED511-75E0-418B-8CBD-4BFBE8F85139}" type="presParOf" srcId="{4EA76474-D1BE-4171-949B-82F7DD854E2E}" destId="{0397DE31-8B1D-4CB9-9EE7-903D4E3045CD}" srcOrd="2" destOrd="0" presId="urn:microsoft.com/office/officeart/2005/8/layout/default"/>
    <dgm:cxn modelId="{12526E86-D0D1-4399-8BD9-2FE1E065B67D}" type="presParOf" srcId="{4EA76474-D1BE-4171-949B-82F7DD854E2E}" destId="{DB20D84A-E996-436E-8FA7-F7906C0178B2}" srcOrd="3" destOrd="0" presId="urn:microsoft.com/office/officeart/2005/8/layout/default"/>
    <dgm:cxn modelId="{CAD5F8A9-234D-4EA6-A8C4-A4B1CA90F3CA}" type="presParOf" srcId="{4EA76474-D1BE-4171-949B-82F7DD854E2E}" destId="{35DE2A4C-577F-42BC-A3B4-37020E2BF4B1}" srcOrd="4" destOrd="0" presId="urn:microsoft.com/office/officeart/2005/8/layout/default"/>
    <dgm:cxn modelId="{E3D72D79-1A8C-4448-B016-D3625D534D01}" type="presParOf" srcId="{4EA76474-D1BE-4171-949B-82F7DD854E2E}" destId="{B7716E37-0DED-447C-AF2C-6B929BAA966F}" srcOrd="5" destOrd="0" presId="urn:microsoft.com/office/officeart/2005/8/layout/default"/>
    <dgm:cxn modelId="{1229F08D-969D-499C-A1C9-0AD07A6EE2E1}" type="presParOf" srcId="{4EA76474-D1BE-4171-949B-82F7DD854E2E}" destId="{5D6882B7-990F-4893-B963-AA379E7C32C4}" srcOrd="6" destOrd="0" presId="urn:microsoft.com/office/officeart/2005/8/layout/default"/>
    <dgm:cxn modelId="{7FB14C38-D761-4E92-9803-5EBEEE1D87ED}" type="presParOf" srcId="{4EA76474-D1BE-4171-949B-82F7DD854E2E}" destId="{004F054F-5284-4997-866A-AB067564A945}" srcOrd="7" destOrd="0" presId="urn:microsoft.com/office/officeart/2005/8/layout/default"/>
    <dgm:cxn modelId="{DB53B541-E0E4-4F91-A478-706D0999896B}" type="presParOf" srcId="{4EA76474-D1BE-4171-949B-82F7DD854E2E}" destId="{5B7AAF4D-7975-4789-8508-C8B4A20B3719}"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1F8F1E-4300-4715-BD3A-99B972CBE0CB}" type="doc">
      <dgm:prSet loTypeId="urn:microsoft.com/office/officeart/2005/8/layout/rings+Icon" loCatId="relationship" qsTypeId="urn:microsoft.com/office/officeart/2005/8/quickstyle/3d3" qsCatId="3D" csTypeId="urn:microsoft.com/office/officeart/2005/8/colors/accent1_4" csCatId="accent1" phldr="1"/>
      <dgm:spPr/>
      <dgm:t>
        <a:bodyPr/>
        <a:lstStyle/>
        <a:p>
          <a:endParaRPr lang="en-US"/>
        </a:p>
      </dgm:t>
    </dgm:pt>
    <dgm:pt modelId="{88332172-DDFE-4889-ACC4-BA6E90A12F86}">
      <dgm:prSet/>
      <dgm:spPr/>
      <dgm:t>
        <a:bodyPr/>
        <a:lstStyle/>
        <a:p>
          <a:r>
            <a:rPr lang="en-IN" b="0" i="0">
              <a:latin typeface="Times New Roman" panose="02020603050405020304" pitchFamily="18" charset="0"/>
              <a:cs typeface="Times New Roman" panose="02020603050405020304" pitchFamily="18" charset="0"/>
            </a:rPr>
            <a:t>Interactive state diagram.</a:t>
          </a:r>
          <a:endParaRPr lang="en-IN" b="0" i="0" dirty="0">
            <a:latin typeface="Times New Roman" panose="02020603050405020304" pitchFamily="18" charset="0"/>
            <a:cs typeface="Times New Roman" panose="02020603050405020304" pitchFamily="18" charset="0"/>
          </a:endParaRPr>
        </a:p>
      </dgm:t>
    </dgm:pt>
    <dgm:pt modelId="{38A004CF-92C3-4CAA-A2D8-18B0AE626421}" type="parTrans" cxnId="{5C4166AE-BBB4-44FC-90AB-F73C9E39D049}">
      <dgm:prSet/>
      <dgm:spPr/>
      <dgm:t>
        <a:bodyPr/>
        <a:lstStyle/>
        <a:p>
          <a:endParaRPr lang="en-US"/>
        </a:p>
      </dgm:t>
    </dgm:pt>
    <dgm:pt modelId="{45110B3B-C64D-4F0B-A6F6-70800DBECCB8}" type="sibTrans" cxnId="{5C4166AE-BBB4-44FC-90AB-F73C9E39D049}">
      <dgm:prSet/>
      <dgm:spPr/>
      <dgm:t>
        <a:bodyPr/>
        <a:lstStyle/>
        <a:p>
          <a:endParaRPr lang="en-US"/>
        </a:p>
      </dgm:t>
    </dgm:pt>
    <dgm:pt modelId="{29BE06CB-1C6C-44C3-A905-9F94A98CE5E7}">
      <dgm:prSet/>
      <dgm:spPr/>
      <dgm:t>
        <a:bodyPr/>
        <a:lstStyle/>
        <a:p>
          <a:r>
            <a:rPr lang="en-IN" b="0" i="0">
              <a:latin typeface="Times New Roman" panose="02020603050405020304" pitchFamily="18" charset="0"/>
              <a:cs typeface="Times New Roman" panose="02020603050405020304" pitchFamily="18" charset="0"/>
            </a:rPr>
            <a:t>Final states shown separately.</a:t>
          </a:r>
          <a:endParaRPr lang="en-IN" b="0" i="0" dirty="0">
            <a:latin typeface="Times New Roman" panose="02020603050405020304" pitchFamily="18" charset="0"/>
            <a:cs typeface="Times New Roman" panose="02020603050405020304" pitchFamily="18" charset="0"/>
          </a:endParaRPr>
        </a:p>
      </dgm:t>
    </dgm:pt>
    <dgm:pt modelId="{4C66F73D-3F9E-455D-BC2C-5309A19D1DB4}" type="parTrans" cxnId="{55E92395-A56B-4F20-9651-76F9B0DB6936}">
      <dgm:prSet/>
      <dgm:spPr/>
      <dgm:t>
        <a:bodyPr/>
        <a:lstStyle/>
        <a:p>
          <a:endParaRPr lang="en-US"/>
        </a:p>
      </dgm:t>
    </dgm:pt>
    <dgm:pt modelId="{8BBBBACD-F650-4933-BD60-DF6527E93F8E}" type="sibTrans" cxnId="{55E92395-A56B-4F20-9651-76F9B0DB6936}">
      <dgm:prSet/>
      <dgm:spPr/>
      <dgm:t>
        <a:bodyPr/>
        <a:lstStyle/>
        <a:p>
          <a:endParaRPr lang="en-US"/>
        </a:p>
      </dgm:t>
    </dgm:pt>
    <dgm:pt modelId="{0AC5504C-5B63-486C-896F-0DD81DC70E68}">
      <dgm:prSet/>
      <dgm:spPr/>
      <dgm:t>
        <a:bodyPr/>
        <a:lstStyle/>
        <a:p>
          <a:r>
            <a:rPr lang="en-IN" b="0" i="0">
              <a:latin typeface="Times New Roman" panose="02020603050405020304" pitchFamily="18" charset="0"/>
              <a:cs typeface="Times New Roman" panose="02020603050405020304" pitchFamily="18" charset="0"/>
            </a:rPr>
            <a:t>States represented using circles.</a:t>
          </a:r>
          <a:endParaRPr lang="en-IN" b="0" i="0" dirty="0">
            <a:latin typeface="Times New Roman" panose="02020603050405020304" pitchFamily="18" charset="0"/>
            <a:cs typeface="Times New Roman" panose="02020603050405020304" pitchFamily="18" charset="0"/>
          </a:endParaRPr>
        </a:p>
      </dgm:t>
    </dgm:pt>
    <dgm:pt modelId="{4073B6F8-3540-4546-A928-554DE23EDFAB}" type="parTrans" cxnId="{8CB924CF-90F2-4342-BAD0-490E38E218E6}">
      <dgm:prSet/>
      <dgm:spPr/>
      <dgm:t>
        <a:bodyPr/>
        <a:lstStyle/>
        <a:p>
          <a:endParaRPr lang="en-US"/>
        </a:p>
      </dgm:t>
    </dgm:pt>
    <dgm:pt modelId="{5E6F72FF-A42C-4AD6-9983-3A8073BEA71D}" type="sibTrans" cxnId="{8CB924CF-90F2-4342-BAD0-490E38E218E6}">
      <dgm:prSet/>
      <dgm:spPr/>
      <dgm:t>
        <a:bodyPr/>
        <a:lstStyle/>
        <a:p>
          <a:endParaRPr lang="en-US"/>
        </a:p>
      </dgm:t>
    </dgm:pt>
    <dgm:pt modelId="{F9242B87-8B2A-4E3B-9A52-42BE03FFF0D2}">
      <dgm:prSet/>
      <dgm:spPr/>
      <dgm:t>
        <a:bodyPr/>
        <a:lstStyle/>
        <a:p>
          <a:r>
            <a:rPr lang="en-IN" b="0" i="0">
              <a:latin typeface="Times New Roman" panose="02020603050405020304" pitchFamily="18" charset="0"/>
              <a:cs typeface="Times New Roman" panose="02020603050405020304" pitchFamily="18" charset="0"/>
            </a:rPr>
            <a:t>Dynamic diagram updates.</a:t>
          </a:r>
          <a:endParaRPr lang="en-IN" b="0" i="0" dirty="0">
            <a:latin typeface="Times New Roman" panose="02020603050405020304" pitchFamily="18" charset="0"/>
            <a:cs typeface="Times New Roman" panose="02020603050405020304" pitchFamily="18" charset="0"/>
          </a:endParaRPr>
        </a:p>
      </dgm:t>
    </dgm:pt>
    <dgm:pt modelId="{174E7977-B4E5-4DCD-A8E7-DD4C62499171}" type="parTrans" cxnId="{8BCCF6E2-A1F8-4E2B-AE7F-157F3E3D777C}">
      <dgm:prSet/>
      <dgm:spPr/>
      <dgm:t>
        <a:bodyPr/>
        <a:lstStyle/>
        <a:p>
          <a:endParaRPr lang="en-US"/>
        </a:p>
      </dgm:t>
    </dgm:pt>
    <dgm:pt modelId="{CC396AF8-102E-41C7-8E36-DAE654AF642F}" type="sibTrans" cxnId="{8BCCF6E2-A1F8-4E2B-AE7F-157F3E3D777C}">
      <dgm:prSet/>
      <dgm:spPr/>
      <dgm:t>
        <a:bodyPr/>
        <a:lstStyle/>
        <a:p>
          <a:endParaRPr lang="en-US"/>
        </a:p>
      </dgm:t>
    </dgm:pt>
    <dgm:pt modelId="{43454514-E7BA-4E6B-82B8-6C11D31D2577}">
      <dgm:prSet/>
      <dgm:spPr/>
      <dgm:t>
        <a:bodyPr/>
        <a:lstStyle/>
        <a:p>
          <a:r>
            <a:rPr lang="en-IN" b="0" i="0">
              <a:latin typeface="Times New Roman" panose="02020603050405020304" pitchFamily="18" charset="0"/>
              <a:cs typeface="Times New Roman" panose="02020603050405020304" pitchFamily="18" charset="0"/>
            </a:rPr>
            <a:t>Directed transition arrows.</a:t>
          </a:r>
          <a:endParaRPr lang="en-IN" b="0" i="0" dirty="0">
            <a:latin typeface="Times New Roman" panose="02020603050405020304" pitchFamily="18" charset="0"/>
            <a:cs typeface="Times New Roman" panose="02020603050405020304" pitchFamily="18" charset="0"/>
          </a:endParaRPr>
        </a:p>
      </dgm:t>
    </dgm:pt>
    <dgm:pt modelId="{DDB2470E-0E44-4DB1-B6E7-54BCE752AD47}" type="parTrans" cxnId="{DE4EC8BD-3828-4B89-9257-2F56B91BF919}">
      <dgm:prSet/>
      <dgm:spPr/>
      <dgm:t>
        <a:bodyPr/>
        <a:lstStyle/>
        <a:p>
          <a:endParaRPr lang="en-US"/>
        </a:p>
      </dgm:t>
    </dgm:pt>
    <dgm:pt modelId="{AA09E814-CB14-42CD-816A-B7C0F3938898}" type="sibTrans" cxnId="{DE4EC8BD-3828-4B89-9257-2F56B91BF919}">
      <dgm:prSet/>
      <dgm:spPr/>
      <dgm:t>
        <a:bodyPr/>
        <a:lstStyle/>
        <a:p>
          <a:endParaRPr lang="en-US"/>
        </a:p>
      </dgm:t>
    </dgm:pt>
    <dgm:pt modelId="{645DEE0B-BC1A-48A2-A826-015B0A872863}" type="pres">
      <dgm:prSet presAssocID="{CF1F8F1E-4300-4715-BD3A-99B972CBE0CB}" presName="Name0" presStyleCnt="0">
        <dgm:presLayoutVars>
          <dgm:chMax val="7"/>
          <dgm:dir/>
          <dgm:resizeHandles val="exact"/>
        </dgm:presLayoutVars>
      </dgm:prSet>
      <dgm:spPr/>
    </dgm:pt>
    <dgm:pt modelId="{73327767-1A34-4E28-B79C-D0CFDB112C7B}" type="pres">
      <dgm:prSet presAssocID="{CF1F8F1E-4300-4715-BD3A-99B972CBE0CB}" presName="ellipse1" presStyleLbl="vennNode1" presStyleIdx="0" presStyleCnt="5">
        <dgm:presLayoutVars>
          <dgm:bulletEnabled val="1"/>
        </dgm:presLayoutVars>
      </dgm:prSet>
      <dgm:spPr/>
    </dgm:pt>
    <dgm:pt modelId="{3B3BE7DA-AB7E-4496-98EC-5B84DBED84FD}" type="pres">
      <dgm:prSet presAssocID="{CF1F8F1E-4300-4715-BD3A-99B972CBE0CB}" presName="ellipse2" presStyleLbl="vennNode1" presStyleIdx="1" presStyleCnt="5" custLinFactNeighborX="522" custLinFactNeighborY="1044">
        <dgm:presLayoutVars>
          <dgm:bulletEnabled val="1"/>
        </dgm:presLayoutVars>
      </dgm:prSet>
      <dgm:spPr/>
    </dgm:pt>
    <dgm:pt modelId="{3710C511-9DA8-4B92-A8C6-65C6C04A7F70}" type="pres">
      <dgm:prSet presAssocID="{CF1F8F1E-4300-4715-BD3A-99B972CBE0CB}" presName="ellipse3" presStyleLbl="vennNode1" presStyleIdx="2" presStyleCnt="5">
        <dgm:presLayoutVars>
          <dgm:bulletEnabled val="1"/>
        </dgm:presLayoutVars>
      </dgm:prSet>
      <dgm:spPr/>
    </dgm:pt>
    <dgm:pt modelId="{079CB63F-F553-4524-A5A9-1A3896CF422A}" type="pres">
      <dgm:prSet presAssocID="{CF1F8F1E-4300-4715-BD3A-99B972CBE0CB}" presName="ellipse4" presStyleLbl="vennNode1" presStyleIdx="3" presStyleCnt="5">
        <dgm:presLayoutVars>
          <dgm:bulletEnabled val="1"/>
        </dgm:presLayoutVars>
      </dgm:prSet>
      <dgm:spPr/>
    </dgm:pt>
    <dgm:pt modelId="{4B268FA5-9D39-4429-9CE1-03F319119903}" type="pres">
      <dgm:prSet presAssocID="{CF1F8F1E-4300-4715-BD3A-99B972CBE0CB}" presName="ellipse5" presStyleLbl="vennNode1" presStyleIdx="4" presStyleCnt="5">
        <dgm:presLayoutVars>
          <dgm:bulletEnabled val="1"/>
        </dgm:presLayoutVars>
      </dgm:prSet>
      <dgm:spPr/>
    </dgm:pt>
  </dgm:ptLst>
  <dgm:cxnLst>
    <dgm:cxn modelId="{24A33A29-DF8F-4CFC-B22D-C1EFE4E93A77}" type="presOf" srcId="{88332172-DDFE-4889-ACC4-BA6E90A12F86}" destId="{73327767-1A34-4E28-B79C-D0CFDB112C7B}" srcOrd="0" destOrd="0" presId="urn:microsoft.com/office/officeart/2005/8/layout/rings+Icon"/>
    <dgm:cxn modelId="{C00EBA40-75A0-4C70-B3FD-A92814FA8E15}" type="presOf" srcId="{F9242B87-8B2A-4E3B-9A52-42BE03FFF0D2}" destId="{079CB63F-F553-4524-A5A9-1A3896CF422A}" srcOrd="0" destOrd="0" presId="urn:microsoft.com/office/officeart/2005/8/layout/rings+Icon"/>
    <dgm:cxn modelId="{55E92395-A56B-4F20-9651-76F9B0DB6936}" srcId="{CF1F8F1E-4300-4715-BD3A-99B972CBE0CB}" destId="{29BE06CB-1C6C-44C3-A905-9F94A98CE5E7}" srcOrd="1" destOrd="0" parTransId="{4C66F73D-3F9E-455D-BC2C-5309A19D1DB4}" sibTransId="{8BBBBACD-F650-4933-BD60-DF6527E93F8E}"/>
    <dgm:cxn modelId="{E237C59A-DFE5-4B27-9C76-4BC01A4F6B32}" type="presOf" srcId="{0AC5504C-5B63-486C-896F-0DD81DC70E68}" destId="{3710C511-9DA8-4B92-A8C6-65C6C04A7F70}" srcOrd="0" destOrd="0" presId="urn:microsoft.com/office/officeart/2005/8/layout/rings+Icon"/>
    <dgm:cxn modelId="{5C4166AE-BBB4-44FC-90AB-F73C9E39D049}" srcId="{CF1F8F1E-4300-4715-BD3A-99B972CBE0CB}" destId="{88332172-DDFE-4889-ACC4-BA6E90A12F86}" srcOrd="0" destOrd="0" parTransId="{38A004CF-92C3-4CAA-A2D8-18B0AE626421}" sibTransId="{45110B3B-C64D-4F0B-A6F6-70800DBECCB8}"/>
    <dgm:cxn modelId="{AC64BCAF-4809-4050-89D4-B16DA188352D}" type="presOf" srcId="{29BE06CB-1C6C-44C3-A905-9F94A98CE5E7}" destId="{3B3BE7DA-AB7E-4496-98EC-5B84DBED84FD}" srcOrd="0" destOrd="0" presId="urn:microsoft.com/office/officeart/2005/8/layout/rings+Icon"/>
    <dgm:cxn modelId="{1ED2D2B7-22DF-434B-84C8-8C9608AE86CE}" type="presOf" srcId="{CF1F8F1E-4300-4715-BD3A-99B972CBE0CB}" destId="{645DEE0B-BC1A-48A2-A826-015B0A872863}" srcOrd="0" destOrd="0" presId="urn:microsoft.com/office/officeart/2005/8/layout/rings+Icon"/>
    <dgm:cxn modelId="{DE4EC8BD-3828-4B89-9257-2F56B91BF919}" srcId="{CF1F8F1E-4300-4715-BD3A-99B972CBE0CB}" destId="{43454514-E7BA-4E6B-82B8-6C11D31D2577}" srcOrd="4" destOrd="0" parTransId="{DDB2470E-0E44-4DB1-B6E7-54BCE752AD47}" sibTransId="{AA09E814-CB14-42CD-816A-B7C0F3938898}"/>
    <dgm:cxn modelId="{75D8FCCE-8E41-434F-B3CB-EBDB9B2524B5}" type="presOf" srcId="{43454514-E7BA-4E6B-82B8-6C11D31D2577}" destId="{4B268FA5-9D39-4429-9CE1-03F319119903}" srcOrd="0" destOrd="0" presId="urn:microsoft.com/office/officeart/2005/8/layout/rings+Icon"/>
    <dgm:cxn modelId="{8CB924CF-90F2-4342-BAD0-490E38E218E6}" srcId="{CF1F8F1E-4300-4715-BD3A-99B972CBE0CB}" destId="{0AC5504C-5B63-486C-896F-0DD81DC70E68}" srcOrd="2" destOrd="0" parTransId="{4073B6F8-3540-4546-A928-554DE23EDFAB}" sibTransId="{5E6F72FF-A42C-4AD6-9983-3A8073BEA71D}"/>
    <dgm:cxn modelId="{8BCCF6E2-A1F8-4E2B-AE7F-157F3E3D777C}" srcId="{CF1F8F1E-4300-4715-BD3A-99B972CBE0CB}" destId="{F9242B87-8B2A-4E3B-9A52-42BE03FFF0D2}" srcOrd="3" destOrd="0" parTransId="{174E7977-B4E5-4DCD-A8E7-DD4C62499171}" sibTransId="{CC396AF8-102E-41C7-8E36-DAE654AF642F}"/>
    <dgm:cxn modelId="{58A8D115-069F-4653-AF5E-D1CF98052C7A}" type="presParOf" srcId="{645DEE0B-BC1A-48A2-A826-015B0A872863}" destId="{73327767-1A34-4E28-B79C-D0CFDB112C7B}" srcOrd="0" destOrd="0" presId="urn:microsoft.com/office/officeart/2005/8/layout/rings+Icon"/>
    <dgm:cxn modelId="{9173E098-44B4-4F57-B4C3-F68462B4A811}" type="presParOf" srcId="{645DEE0B-BC1A-48A2-A826-015B0A872863}" destId="{3B3BE7DA-AB7E-4496-98EC-5B84DBED84FD}" srcOrd="1" destOrd="0" presId="urn:microsoft.com/office/officeart/2005/8/layout/rings+Icon"/>
    <dgm:cxn modelId="{63559A02-9F1D-4B1A-B867-2B1ABB0B8DBC}" type="presParOf" srcId="{645DEE0B-BC1A-48A2-A826-015B0A872863}" destId="{3710C511-9DA8-4B92-A8C6-65C6C04A7F70}" srcOrd="2" destOrd="0" presId="urn:microsoft.com/office/officeart/2005/8/layout/rings+Icon"/>
    <dgm:cxn modelId="{B012766C-982A-410B-9B70-1C967BE30EA2}" type="presParOf" srcId="{645DEE0B-BC1A-48A2-A826-015B0A872863}" destId="{079CB63F-F553-4524-A5A9-1A3896CF422A}" srcOrd="3" destOrd="0" presId="urn:microsoft.com/office/officeart/2005/8/layout/rings+Icon"/>
    <dgm:cxn modelId="{21BE4051-9216-4445-9F5E-B8A1B86AE161}" type="presParOf" srcId="{645DEE0B-BC1A-48A2-A826-015B0A872863}" destId="{4B268FA5-9D39-4429-9CE1-03F319119903}" srcOrd="4" destOrd="0" presId="urn:microsoft.com/office/officeart/2005/8/layout/rings+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39D9979-329C-46E3-95DE-30EA63EEACE7}" type="doc">
      <dgm:prSet loTypeId="urn:microsoft.com/office/officeart/2005/8/layout/default" loCatId="list" qsTypeId="urn:microsoft.com/office/officeart/2005/8/quickstyle/3d2" qsCatId="3D" csTypeId="urn:microsoft.com/office/officeart/2005/8/colors/accent0_1" csCatId="mainScheme" phldr="1"/>
      <dgm:spPr/>
      <dgm:t>
        <a:bodyPr/>
        <a:lstStyle/>
        <a:p>
          <a:endParaRPr lang="en-US"/>
        </a:p>
      </dgm:t>
    </dgm:pt>
    <dgm:pt modelId="{E836B6A0-D4A8-4127-B839-01CE11BF42D9}">
      <dgm:prSet/>
      <dgm:spPr/>
      <dgm:t>
        <a:bodyPr/>
        <a:lstStyle/>
        <a:p>
          <a:r>
            <a:rPr lang="en-IN" b="0" i="0">
              <a:latin typeface="Times New Roman" panose="02020603050405020304" pitchFamily="18" charset="0"/>
              <a:cs typeface="Times New Roman" panose="02020603050405020304" pitchFamily="18" charset="0"/>
            </a:rPr>
            <a:t>Enter an input string.</a:t>
          </a:r>
          <a:endParaRPr lang="en-IN" b="0" i="0" dirty="0">
            <a:latin typeface="Times New Roman" panose="02020603050405020304" pitchFamily="18" charset="0"/>
            <a:cs typeface="Times New Roman" panose="02020603050405020304" pitchFamily="18" charset="0"/>
          </a:endParaRPr>
        </a:p>
      </dgm:t>
    </dgm:pt>
    <dgm:pt modelId="{FB32B4D2-08DD-45DB-ABBB-8AD4B68F4B61}" type="parTrans" cxnId="{47BB25D6-969B-412B-A439-FFD8866BD815}">
      <dgm:prSet/>
      <dgm:spPr/>
      <dgm:t>
        <a:bodyPr/>
        <a:lstStyle/>
        <a:p>
          <a:endParaRPr lang="en-US"/>
        </a:p>
      </dgm:t>
    </dgm:pt>
    <dgm:pt modelId="{DA78E8A4-767D-4AE7-B484-C6AEC448A01B}" type="sibTrans" cxnId="{47BB25D6-969B-412B-A439-FFD8866BD815}">
      <dgm:prSet/>
      <dgm:spPr/>
      <dgm:t>
        <a:bodyPr/>
        <a:lstStyle/>
        <a:p>
          <a:endParaRPr lang="en-US"/>
        </a:p>
      </dgm:t>
    </dgm:pt>
    <dgm:pt modelId="{2371DF40-87F0-4132-B966-3DD21127BCDA}">
      <dgm:prSet/>
      <dgm:spPr/>
      <dgm:t>
        <a:bodyPr/>
        <a:lstStyle/>
        <a:p>
          <a:r>
            <a:rPr lang="en-IN" b="0" i="0">
              <a:latin typeface="Times New Roman" panose="02020603050405020304" pitchFamily="18" charset="0"/>
              <a:cs typeface="Times New Roman" panose="02020603050405020304" pitchFamily="18" charset="0"/>
            </a:rPr>
            <a:t>Process symbols using transitions.</a:t>
          </a:r>
          <a:endParaRPr lang="en-IN" b="0" i="0" dirty="0">
            <a:latin typeface="Times New Roman" panose="02020603050405020304" pitchFamily="18" charset="0"/>
            <a:cs typeface="Times New Roman" panose="02020603050405020304" pitchFamily="18" charset="0"/>
          </a:endParaRPr>
        </a:p>
      </dgm:t>
    </dgm:pt>
    <dgm:pt modelId="{AF807800-7F10-45ED-8526-72F37D5E16EE}" type="parTrans" cxnId="{540EFC9C-60B5-42FA-BB0C-F7886DE6B75E}">
      <dgm:prSet/>
      <dgm:spPr/>
      <dgm:t>
        <a:bodyPr/>
        <a:lstStyle/>
        <a:p>
          <a:endParaRPr lang="en-US"/>
        </a:p>
      </dgm:t>
    </dgm:pt>
    <dgm:pt modelId="{36D3C9D9-5D73-496D-8486-A396A9D370A7}" type="sibTrans" cxnId="{540EFC9C-60B5-42FA-BB0C-F7886DE6B75E}">
      <dgm:prSet/>
      <dgm:spPr/>
      <dgm:t>
        <a:bodyPr/>
        <a:lstStyle/>
        <a:p>
          <a:endParaRPr lang="en-US"/>
        </a:p>
      </dgm:t>
    </dgm:pt>
    <dgm:pt modelId="{32B8385D-6981-4AB3-AC7D-53752235410A}">
      <dgm:prSet/>
      <dgm:spPr/>
      <dgm:t>
        <a:bodyPr/>
        <a:lstStyle/>
        <a:p>
          <a:r>
            <a:rPr lang="en-IN" b="0" i="0">
              <a:latin typeface="Times New Roman" panose="02020603050405020304" pitchFamily="18" charset="0"/>
              <a:cs typeface="Times New Roman" panose="02020603050405020304" pitchFamily="18" charset="0"/>
            </a:rPr>
            <a:t>Validate DFA and NFA strings.</a:t>
          </a:r>
          <a:endParaRPr lang="en-IN" b="0" i="0" dirty="0">
            <a:latin typeface="Times New Roman" panose="02020603050405020304" pitchFamily="18" charset="0"/>
            <a:cs typeface="Times New Roman" panose="02020603050405020304" pitchFamily="18" charset="0"/>
          </a:endParaRPr>
        </a:p>
      </dgm:t>
    </dgm:pt>
    <dgm:pt modelId="{146977E4-D56C-481B-AAFB-9BF126453621}" type="parTrans" cxnId="{F5D4D0C0-D84D-48EF-9956-7320ED4F40CC}">
      <dgm:prSet/>
      <dgm:spPr/>
      <dgm:t>
        <a:bodyPr/>
        <a:lstStyle/>
        <a:p>
          <a:endParaRPr lang="en-US"/>
        </a:p>
      </dgm:t>
    </dgm:pt>
    <dgm:pt modelId="{2BEB27A5-FF6D-44AB-A8DD-647C5FDAF561}" type="sibTrans" cxnId="{F5D4D0C0-D84D-48EF-9956-7320ED4F40CC}">
      <dgm:prSet/>
      <dgm:spPr/>
      <dgm:t>
        <a:bodyPr/>
        <a:lstStyle/>
        <a:p>
          <a:endParaRPr lang="en-US"/>
        </a:p>
      </dgm:t>
    </dgm:pt>
    <dgm:pt modelId="{03BAC58B-CEE4-4482-B3AF-0D10C6D9AAF6}">
      <dgm:prSet/>
      <dgm:spPr/>
      <dgm:t>
        <a:bodyPr/>
        <a:lstStyle/>
        <a:p>
          <a:r>
            <a:rPr lang="en-IN" b="0" i="0">
              <a:latin typeface="Times New Roman" panose="02020603050405020304" pitchFamily="18" charset="0"/>
              <a:cs typeface="Times New Roman" panose="02020603050405020304" pitchFamily="18" charset="0"/>
            </a:rPr>
            <a:t>Display transition path.</a:t>
          </a:r>
          <a:endParaRPr lang="en-IN" b="0" i="0" dirty="0">
            <a:latin typeface="Times New Roman" panose="02020603050405020304" pitchFamily="18" charset="0"/>
            <a:cs typeface="Times New Roman" panose="02020603050405020304" pitchFamily="18" charset="0"/>
          </a:endParaRPr>
        </a:p>
      </dgm:t>
    </dgm:pt>
    <dgm:pt modelId="{ED08EE08-B9C2-4476-9630-95191FECCF22}" type="parTrans" cxnId="{E5ECC64F-DDD8-4C06-B3C4-8634A20C8E2F}">
      <dgm:prSet/>
      <dgm:spPr/>
      <dgm:t>
        <a:bodyPr/>
        <a:lstStyle/>
        <a:p>
          <a:endParaRPr lang="en-US"/>
        </a:p>
      </dgm:t>
    </dgm:pt>
    <dgm:pt modelId="{88AEDA53-BD78-49AC-8B6E-AD463A55B112}" type="sibTrans" cxnId="{E5ECC64F-DDD8-4C06-B3C4-8634A20C8E2F}">
      <dgm:prSet/>
      <dgm:spPr/>
      <dgm:t>
        <a:bodyPr/>
        <a:lstStyle/>
        <a:p>
          <a:endParaRPr lang="en-US"/>
        </a:p>
      </dgm:t>
    </dgm:pt>
    <dgm:pt modelId="{29C0B144-8E35-4695-928D-D6C2212A2ECA}">
      <dgm:prSet/>
      <dgm:spPr/>
      <dgm:t>
        <a:bodyPr/>
        <a:lstStyle/>
        <a:p>
          <a:r>
            <a:rPr lang="en-IN" b="0" i="0">
              <a:latin typeface="Times New Roman" panose="02020603050405020304" pitchFamily="18" charset="0"/>
              <a:cs typeface="Times New Roman" panose="02020603050405020304" pitchFamily="18" charset="0"/>
            </a:rPr>
            <a:t>Show Accepted / Rejected result.</a:t>
          </a:r>
          <a:endParaRPr lang="en-IN" b="0" i="0" dirty="0">
            <a:latin typeface="Times New Roman" panose="02020603050405020304" pitchFamily="18" charset="0"/>
            <a:cs typeface="Times New Roman" panose="02020603050405020304" pitchFamily="18" charset="0"/>
          </a:endParaRPr>
        </a:p>
      </dgm:t>
    </dgm:pt>
    <dgm:pt modelId="{30022CC3-F781-42F1-AD8B-4EE579C54478}" type="parTrans" cxnId="{E1B81B39-494B-4B86-94BF-744FEE518EDA}">
      <dgm:prSet/>
      <dgm:spPr/>
      <dgm:t>
        <a:bodyPr/>
        <a:lstStyle/>
        <a:p>
          <a:endParaRPr lang="en-US"/>
        </a:p>
      </dgm:t>
    </dgm:pt>
    <dgm:pt modelId="{BC03BC86-2815-483F-9F19-5279703123C6}" type="sibTrans" cxnId="{E1B81B39-494B-4B86-94BF-744FEE518EDA}">
      <dgm:prSet/>
      <dgm:spPr/>
      <dgm:t>
        <a:bodyPr/>
        <a:lstStyle/>
        <a:p>
          <a:endParaRPr lang="en-US"/>
        </a:p>
      </dgm:t>
    </dgm:pt>
    <dgm:pt modelId="{4EA76474-D1BE-4171-949B-82F7DD854E2E}" type="pres">
      <dgm:prSet presAssocID="{D39D9979-329C-46E3-95DE-30EA63EEACE7}" presName="diagram" presStyleCnt="0">
        <dgm:presLayoutVars>
          <dgm:dir/>
          <dgm:resizeHandles val="exact"/>
        </dgm:presLayoutVars>
      </dgm:prSet>
      <dgm:spPr/>
    </dgm:pt>
    <dgm:pt modelId="{5A9D8160-0909-4BD1-8BCD-A8D54214637C}" type="pres">
      <dgm:prSet presAssocID="{E836B6A0-D4A8-4127-B839-01CE11BF42D9}" presName="node" presStyleLbl="node1" presStyleIdx="0" presStyleCnt="5">
        <dgm:presLayoutVars>
          <dgm:bulletEnabled val="1"/>
        </dgm:presLayoutVars>
      </dgm:prSet>
      <dgm:spPr/>
    </dgm:pt>
    <dgm:pt modelId="{07D0AF84-4DD2-432E-B97F-96EEEBE5DEEB}" type="pres">
      <dgm:prSet presAssocID="{DA78E8A4-767D-4AE7-B484-C6AEC448A01B}" presName="sibTrans" presStyleCnt="0"/>
      <dgm:spPr/>
    </dgm:pt>
    <dgm:pt modelId="{0397DE31-8B1D-4CB9-9EE7-903D4E3045CD}" type="pres">
      <dgm:prSet presAssocID="{2371DF40-87F0-4132-B966-3DD21127BCDA}" presName="node" presStyleLbl="node1" presStyleIdx="1" presStyleCnt="5">
        <dgm:presLayoutVars>
          <dgm:bulletEnabled val="1"/>
        </dgm:presLayoutVars>
      </dgm:prSet>
      <dgm:spPr/>
    </dgm:pt>
    <dgm:pt modelId="{DB20D84A-E996-436E-8FA7-F7906C0178B2}" type="pres">
      <dgm:prSet presAssocID="{36D3C9D9-5D73-496D-8486-A396A9D370A7}" presName="sibTrans" presStyleCnt="0"/>
      <dgm:spPr/>
    </dgm:pt>
    <dgm:pt modelId="{35DE2A4C-577F-42BC-A3B4-37020E2BF4B1}" type="pres">
      <dgm:prSet presAssocID="{32B8385D-6981-4AB3-AC7D-53752235410A}" presName="node" presStyleLbl="node1" presStyleIdx="2" presStyleCnt="5">
        <dgm:presLayoutVars>
          <dgm:bulletEnabled val="1"/>
        </dgm:presLayoutVars>
      </dgm:prSet>
      <dgm:spPr/>
    </dgm:pt>
    <dgm:pt modelId="{B7716E37-0DED-447C-AF2C-6B929BAA966F}" type="pres">
      <dgm:prSet presAssocID="{2BEB27A5-FF6D-44AB-A8DD-647C5FDAF561}" presName="sibTrans" presStyleCnt="0"/>
      <dgm:spPr/>
    </dgm:pt>
    <dgm:pt modelId="{5D6882B7-990F-4893-B963-AA379E7C32C4}" type="pres">
      <dgm:prSet presAssocID="{03BAC58B-CEE4-4482-B3AF-0D10C6D9AAF6}" presName="node" presStyleLbl="node1" presStyleIdx="3" presStyleCnt="5">
        <dgm:presLayoutVars>
          <dgm:bulletEnabled val="1"/>
        </dgm:presLayoutVars>
      </dgm:prSet>
      <dgm:spPr/>
    </dgm:pt>
    <dgm:pt modelId="{004F054F-5284-4997-866A-AB067564A945}" type="pres">
      <dgm:prSet presAssocID="{88AEDA53-BD78-49AC-8B6E-AD463A55B112}" presName="sibTrans" presStyleCnt="0"/>
      <dgm:spPr/>
    </dgm:pt>
    <dgm:pt modelId="{5B7AAF4D-7975-4789-8508-C8B4A20B3719}" type="pres">
      <dgm:prSet presAssocID="{29C0B144-8E35-4695-928D-D6C2212A2ECA}" presName="node" presStyleLbl="node1" presStyleIdx="4" presStyleCnt="5">
        <dgm:presLayoutVars>
          <dgm:bulletEnabled val="1"/>
        </dgm:presLayoutVars>
      </dgm:prSet>
      <dgm:spPr/>
    </dgm:pt>
  </dgm:ptLst>
  <dgm:cxnLst>
    <dgm:cxn modelId="{E1B81B39-494B-4B86-94BF-744FEE518EDA}" srcId="{D39D9979-329C-46E3-95DE-30EA63EEACE7}" destId="{29C0B144-8E35-4695-928D-D6C2212A2ECA}" srcOrd="4" destOrd="0" parTransId="{30022CC3-F781-42F1-AD8B-4EE579C54478}" sibTransId="{BC03BC86-2815-483F-9F19-5279703123C6}"/>
    <dgm:cxn modelId="{7C97E239-F24D-4CC1-8253-3448177C166D}" type="presOf" srcId="{03BAC58B-CEE4-4482-B3AF-0D10C6D9AAF6}" destId="{5D6882B7-990F-4893-B963-AA379E7C32C4}" srcOrd="0" destOrd="0" presId="urn:microsoft.com/office/officeart/2005/8/layout/default"/>
    <dgm:cxn modelId="{43E4025F-A909-4EE6-8D7D-05BB8996B02B}" type="presOf" srcId="{E836B6A0-D4A8-4127-B839-01CE11BF42D9}" destId="{5A9D8160-0909-4BD1-8BCD-A8D54214637C}" srcOrd="0" destOrd="0" presId="urn:microsoft.com/office/officeart/2005/8/layout/default"/>
    <dgm:cxn modelId="{E5ECC64F-DDD8-4C06-B3C4-8634A20C8E2F}" srcId="{D39D9979-329C-46E3-95DE-30EA63EEACE7}" destId="{03BAC58B-CEE4-4482-B3AF-0D10C6D9AAF6}" srcOrd="3" destOrd="0" parTransId="{ED08EE08-B9C2-4476-9630-95191FECCF22}" sibTransId="{88AEDA53-BD78-49AC-8B6E-AD463A55B112}"/>
    <dgm:cxn modelId="{09AD5A7B-36AE-4A94-AF2E-014D03FE25A4}" type="presOf" srcId="{29C0B144-8E35-4695-928D-D6C2212A2ECA}" destId="{5B7AAF4D-7975-4789-8508-C8B4A20B3719}" srcOrd="0" destOrd="0" presId="urn:microsoft.com/office/officeart/2005/8/layout/default"/>
    <dgm:cxn modelId="{E5E5BA95-61D0-4F95-8331-E2AB93BC458C}" type="presOf" srcId="{32B8385D-6981-4AB3-AC7D-53752235410A}" destId="{35DE2A4C-577F-42BC-A3B4-37020E2BF4B1}" srcOrd="0" destOrd="0" presId="urn:microsoft.com/office/officeart/2005/8/layout/default"/>
    <dgm:cxn modelId="{540EFC9C-60B5-42FA-BB0C-F7886DE6B75E}" srcId="{D39D9979-329C-46E3-95DE-30EA63EEACE7}" destId="{2371DF40-87F0-4132-B966-3DD21127BCDA}" srcOrd="1" destOrd="0" parTransId="{AF807800-7F10-45ED-8526-72F37D5E16EE}" sibTransId="{36D3C9D9-5D73-496D-8486-A396A9D370A7}"/>
    <dgm:cxn modelId="{6D67ECA8-2ABA-4E9C-AC57-813FFC2EF706}" type="presOf" srcId="{D39D9979-329C-46E3-95DE-30EA63EEACE7}" destId="{4EA76474-D1BE-4171-949B-82F7DD854E2E}" srcOrd="0" destOrd="0" presId="urn:microsoft.com/office/officeart/2005/8/layout/default"/>
    <dgm:cxn modelId="{F5D4D0C0-D84D-48EF-9956-7320ED4F40CC}" srcId="{D39D9979-329C-46E3-95DE-30EA63EEACE7}" destId="{32B8385D-6981-4AB3-AC7D-53752235410A}" srcOrd="2" destOrd="0" parTransId="{146977E4-D56C-481B-AAFB-9BF126453621}" sibTransId="{2BEB27A5-FF6D-44AB-A8DD-647C5FDAF561}"/>
    <dgm:cxn modelId="{47BB25D6-969B-412B-A439-FFD8866BD815}" srcId="{D39D9979-329C-46E3-95DE-30EA63EEACE7}" destId="{E836B6A0-D4A8-4127-B839-01CE11BF42D9}" srcOrd="0" destOrd="0" parTransId="{FB32B4D2-08DD-45DB-ABBB-8AD4B68F4B61}" sibTransId="{DA78E8A4-767D-4AE7-B484-C6AEC448A01B}"/>
    <dgm:cxn modelId="{2F67C5F0-A5BB-4A3F-8890-826F4B5C4D74}" type="presOf" srcId="{2371DF40-87F0-4132-B966-3DD21127BCDA}" destId="{0397DE31-8B1D-4CB9-9EE7-903D4E3045CD}" srcOrd="0" destOrd="0" presId="urn:microsoft.com/office/officeart/2005/8/layout/default"/>
    <dgm:cxn modelId="{4B3E561C-75CE-4698-9D44-A0BA89341A1B}" type="presParOf" srcId="{4EA76474-D1BE-4171-949B-82F7DD854E2E}" destId="{5A9D8160-0909-4BD1-8BCD-A8D54214637C}" srcOrd="0" destOrd="0" presId="urn:microsoft.com/office/officeart/2005/8/layout/default"/>
    <dgm:cxn modelId="{3FEF0120-15E3-4E8E-9CFF-0C27F8ACD5C4}" type="presParOf" srcId="{4EA76474-D1BE-4171-949B-82F7DD854E2E}" destId="{07D0AF84-4DD2-432E-B97F-96EEEBE5DEEB}" srcOrd="1" destOrd="0" presId="urn:microsoft.com/office/officeart/2005/8/layout/default"/>
    <dgm:cxn modelId="{BDBED511-75E0-418B-8CBD-4BFBE8F85139}" type="presParOf" srcId="{4EA76474-D1BE-4171-949B-82F7DD854E2E}" destId="{0397DE31-8B1D-4CB9-9EE7-903D4E3045CD}" srcOrd="2" destOrd="0" presId="urn:microsoft.com/office/officeart/2005/8/layout/default"/>
    <dgm:cxn modelId="{12526E86-D0D1-4399-8BD9-2FE1E065B67D}" type="presParOf" srcId="{4EA76474-D1BE-4171-949B-82F7DD854E2E}" destId="{DB20D84A-E996-436E-8FA7-F7906C0178B2}" srcOrd="3" destOrd="0" presId="urn:microsoft.com/office/officeart/2005/8/layout/default"/>
    <dgm:cxn modelId="{CAD5F8A9-234D-4EA6-A8C4-A4B1CA90F3CA}" type="presParOf" srcId="{4EA76474-D1BE-4171-949B-82F7DD854E2E}" destId="{35DE2A4C-577F-42BC-A3B4-37020E2BF4B1}" srcOrd="4" destOrd="0" presId="urn:microsoft.com/office/officeart/2005/8/layout/default"/>
    <dgm:cxn modelId="{E3D72D79-1A8C-4448-B016-D3625D534D01}" type="presParOf" srcId="{4EA76474-D1BE-4171-949B-82F7DD854E2E}" destId="{B7716E37-0DED-447C-AF2C-6B929BAA966F}" srcOrd="5" destOrd="0" presId="urn:microsoft.com/office/officeart/2005/8/layout/default"/>
    <dgm:cxn modelId="{1229F08D-969D-499C-A1C9-0AD07A6EE2E1}" type="presParOf" srcId="{4EA76474-D1BE-4171-949B-82F7DD854E2E}" destId="{5D6882B7-990F-4893-B963-AA379E7C32C4}" srcOrd="6" destOrd="0" presId="urn:microsoft.com/office/officeart/2005/8/layout/default"/>
    <dgm:cxn modelId="{7FB14C38-D761-4E92-9803-5EBEEE1D87ED}" type="presParOf" srcId="{4EA76474-D1BE-4171-949B-82F7DD854E2E}" destId="{004F054F-5284-4997-866A-AB067564A945}" srcOrd="7" destOrd="0" presId="urn:microsoft.com/office/officeart/2005/8/layout/default"/>
    <dgm:cxn modelId="{DB53B541-E0E4-4F91-A478-706D0999896B}" type="presParOf" srcId="{4EA76474-D1BE-4171-949B-82F7DD854E2E}" destId="{5B7AAF4D-7975-4789-8508-C8B4A20B3719}"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F1F8F1E-4300-4715-BD3A-99B972CBE0CB}" type="doc">
      <dgm:prSet loTypeId="urn:microsoft.com/office/officeart/2005/8/layout/rings+Icon" loCatId="relationship" qsTypeId="urn:microsoft.com/office/officeart/2005/8/quickstyle/3d3" qsCatId="3D" csTypeId="urn:microsoft.com/office/officeart/2005/8/colors/accent1_4" csCatId="accent1" phldr="1"/>
      <dgm:spPr/>
      <dgm:t>
        <a:bodyPr/>
        <a:lstStyle/>
        <a:p>
          <a:endParaRPr lang="en-US"/>
        </a:p>
      </dgm:t>
    </dgm:pt>
    <dgm:pt modelId="{88332172-DDFE-4889-ACC4-BA6E90A12F86}">
      <dgm:prSet/>
      <dgm:spPr/>
      <dgm:t>
        <a:bodyPr/>
        <a:lstStyle/>
        <a:p>
          <a:r>
            <a:rPr lang="en-GB" b="0" i="0" dirty="0">
              <a:latin typeface="Times New Roman" panose="02020603050405020304" pitchFamily="18" charset="0"/>
              <a:cs typeface="Times New Roman" panose="02020603050405020304" pitchFamily="18" charset="0"/>
            </a:rPr>
            <a:t>Processes one symbol at a time.</a:t>
          </a:r>
          <a:endParaRPr lang="en-IN" b="0" i="0" dirty="0">
            <a:latin typeface="Times New Roman" panose="02020603050405020304" pitchFamily="18" charset="0"/>
            <a:cs typeface="Times New Roman" panose="02020603050405020304" pitchFamily="18" charset="0"/>
          </a:endParaRPr>
        </a:p>
      </dgm:t>
    </dgm:pt>
    <dgm:pt modelId="{38A004CF-92C3-4CAA-A2D8-18B0AE626421}" type="parTrans" cxnId="{5C4166AE-BBB4-44FC-90AB-F73C9E39D049}">
      <dgm:prSet/>
      <dgm:spPr/>
      <dgm:t>
        <a:bodyPr/>
        <a:lstStyle/>
        <a:p>
          <a:endParaRPr lang="en-US"/>
        </a:p>
      </dgm:t>
    </dgm:pt>
    <dgm:pt modelId="{45110B3B-C64D-4F0B-A6F6-70800DBECCB8}" type="sibTrans" cxnId="{5C4166AE-BBB4-44FC-90AB-F73C9E39D049}">
      <dgm:prSet/>
      <dgm:spPr/>
      <dgm:t>
        <a:bodyPr/>
        <a:lstStyle/>
        <a:p>
          <a:endParaRPr lang="en-US"/>
        </a:p>
      </dgm:t>
    </dgm:pt>
    <dgm:pt modelId="{29BE06CB-1C6C-44C3-A905-9F94A98CE5E7}">
      <dgm:prSet/>
      <dgm:spPr/>
      <dgm:t>
        <a:bodyPr/>
        <a:lstStyle/>
        <a:p>
          <a:r>
            <a:rPr lang="en-GB" b="0" i="0" dirty="0">
              <a:latin typeface="Times New Roman" panose="02020603050405020304" pitchFamily="18" charset="0"/>
              <a:cs typeface="Times New Roman" panose="02020603050405020304" pitchFamily="18" charset="0"/>
            </a:rPr>
            <a:t>Displays the complete transition path.</a:t>
          </a:r>
          <a:endParaRPr lang="en-IN" b="0" i="0" dirty="0">
            <a:latin typeface="Times New Roman" panose="02020603050405020304" pitchFamily="18" charset="0"/>
            <a:cs typeface="Times New Roman" panose="02020603050405020304" pitchFamily="18" charset="0"/>
          </a:endParaRPr>
        </a:p>
      </dgm:t>
    </dgm:pt>
    <dgm:pt modelId="{4C66F73D-3F9E-455D-BC2C-5309A19D1DB4}" type="parTrans" cxnId="{55E92395-A56B-4F20-9651-76F9B0DB6936}">
      <dgm:prSet/>
      <dgm:spPr/>
      <dgm:t>
        <a:bodyPr/>
        <a:lstStyle/>
        <a:p>
          <a:endParaRPr lang="en-US"/>
        </a:p>
      </dgm:t>
    </dgm:pt>
    <dgm:pt modelId="{8BBBBACD-F650-4933-BD60-DF6527E93F8E}" type="sibTrans" cxnId="{55E92395-A56B-4F20-9651-76F9B0DB6936}">
      <dgm:prSet/>
      <dgm:spPr/>
      <dgm:t>
        <a:bodyPr/>
        <a:lstStyle/>
        <a:p>
          <a:endParaRPr lang="en-US"/>
        </a:p>
      </dgm:t>
    </dgm:pt>
    <dgm:pt modelId="{0AC5504C-5B63-486C-896F-0DD81DC70E68}">
      <dgm:prSet/>
      <dgm:spPr/>
      <dgm:t>
        <a:bodyPr/>
        <a:lstStyle/>
        <a:p>
          <a:r>
            <a:rPr lang="en-IN" b="0" i="0" dirty="0">
              <a:latin typeface="Times New Roman" panose="02020603050405020304" pitchFamily="18" charset="0"/>
              <a:cs typeface="Times New Roman" panose="02020603050405020304" pitchFamily="18" charset="0"/>
            </a:rPr>
            <a:t>Highlights the current state.</a:t>
          </a:r>
        </a:p>
      </dgm:t>
    </dgm:pt>
    <dgm:pt modelId="{4073B6F8-3540-4546-A928-554DE23EDFAB}" type="parTrans" cxnId="{8CB924CF-90F2-4342-BAD0-490E38E218E6}">
      <dgm:prSet/>
      <dgm:spPr/>
      <dgm:t>
        <a:bodyPr/>
        <a:lstStyle/>
        <a:p>
          <a:endParaRPr lang="en-US"/>
        </a:p>
      </dgm:t>
    </dgm:pt>
    <dgm:pt modelId="{5E6F72FF-A42C-4AD6-9983-3A8073BEA71D}" type="sibTrans" cxnId="{8CB924CF-90F2-4342-BAD0-490E38E218E6}">
      <dgm:prSet/>
      <dgm:spPr/>
      <dgm:t>
        <a:bodyPr/>
        <a:lstStyle/>
        <a:p>
          <a:endParaRPr lang="en-US"/>
        </a:p>
      </dgm:t>
    </dgm:pt>
    <dgm:pt modelId="{F9242B87-8B2A-4E3B-9A52-42BE03FFF0D2}">
      <dgm:prSet/>
      <dgm:spPr/>
      <dgm:t>
        <a:bodyPr/>
        <a:lstStyle/>
        <a:p>
          <a:r>
            <a:rPr lang="en-GB" b="0" i="0" dirty="0">
              <a:latin typeface="Times New Roman" panose="02020603050405020304" pitchFamily="18" charset="0"/>
              <a:cs typeface="Times New Roman" panose="02020603050405020304" pitchFamily="18" charset="0"/>
            </a:rPr>
            <a:t>Provides Play, Pause, Next and Reset controls.</a:t>
          </a:r>
          <a:endParaRPr lang="en-IN" b="0" i="0" dirty="0">
            <a:latin typeface="Times New Roman" panose="02020603050405020304" pitchFamily="18" charset="0"/>
            <a:cs typeface="Times New Roman" panose="02020603050405020304" pitchFamily="18" charset="0"/>
          </a:endParaRPr>
        </a:p>
      </dgm:t>
    </dgm:pt>
    <dgm:pt modelId="{174E7977-B4E5-4DCD-A8E7-DD4C62499171}" type="parTrans" cxnId="{8BCCF6E2-A1F8-4E2B-AE7F-157F3E3D777C}">
      <dgm:prSet/>
      <dgm:spPr/>
      <dgm:t>
        <a:bodyPr/>
        <a:lstStyle/>
        <a:p>
          <a:endParaRPr lang="en-US"/>
        </a:p>
      </dgm:t>
    </dgm:pt>
    <dgm:pt modelId="{CC396AF8-102E-41C7-8E36-DAE654AF642F}" type="sibTrans" cxnId="{8BCCF6E2-A1F8-4E2B-AE7F-157F3E3D777C}">
      <dgm:prSet/>
      <dgm:spPr/>
      <dgm:t>
        <a:bodyPr/>
        <a:lstStyle/>
        <a:p>
          <a:endParaRPr lang="en-US"/>
        </a:p>
      </dgm:t>
    </dgm:pt>
    <dgm:pt modelId="{43454514-E7BA-4E6B-82B8-6C11D31D2577}">
      <dgm:prSet/>
      <dgm:spPr/>
      <dgm:t>
        <a:bodyPr/>
        <a:lstStyle/>
        <a:p>
          <a:r>
            <a:rPr lang="en-GB" b="0" i="0" dirty="0">
              <a:latin typeface="Times New Roman" panose="02020603050405020304" pitchFamily="18" charset="0"/>
              <a:cs typeface="Times New Roman" panose="02020603050405020304" pitchFamily="18" charset="0"/>
            </a:rPr>
            <a:t>Shows the current input symbol.</a:t>
          </a:r>
          <a:endParaRPr lang="en-IN" b="0" i="0" dirty="0">
            <a:latin typeface="Times New Roman" panose="02020603050405020304" pitchFamily="18" charset="0"/>
            <a:cs typeface="Times New Roman" panose="02020603050405020304" pitchFamily="18" charset="0"/>
          </a:endParaRPr>
        </a:p>
      </dgm:t>
    </dgm:pt>
    <dgm:pt modelId="{DDB2470E-0E44-4DB1-B6E7-54BCE752AD47}" type="parTrans" cxnId="{DE4EC8BD-3828-4B89-9257-2F56B91BF919}">
      <dgm:prSet/>
      <dgm:spPr/>
      <dgm:t>
        <a:bodyPr/>
        <a:lstStyle/>
        <a:p>
          <a:endParaRPr lang="en-US"/>
        </a:p>
      </dgm:t>
    </dgm:pt>
    <dgm:pt modelId="{AA09E814-CB14-42CD-816A-B7C0F3938898}" type="sibTrans" cxnId="{DE4EC8BD-3828-4B89-9257-2F56B91BF919}">
      <dgm:prSet/>
      <dgm:spPr/>
      <dgm:t>
        <a:bodyPr/>
        <a:lstStyle/>
        <a:p>
          <a:endParaRPr lang="en-US"/>
        </a:p>
      </dgm:t>
    </dgm:pt>
    <dgm:pt modelId="{645DEE0B-BC1A-48A2-A826-015B0A872863}" type="pres">
      <dgm:prSet presAssocID="{CF1F8F1E-4300-4715-BD3A-99B972CBE0CB}" presName="Name0" presStyleCnt="0">
        <dgm:presLayoutVars>
          <dgm:chMax val="7"/>
          <dgm:dir/>
          <dgm:resizeHandles val="exact"/>
        </dgm:presLayoutVars>
      </dgm:prSet>
      <dgm:spPr/>
    </dgm:pt>
    <dgm:pt modelId="{73327767-1A34-4E28-B79C-D0CFDB112C7B}" type="pres">
      <dgm:prSet presAssocID="{CF1F8F1E-4300-4715-BD3A-99B972CBE0CB}" presName="ellipse1" presStyleLbl="vennNode1" presStyleIdx="0" presStyleCnt="5">
        <dgm:presLayoutVars>
          <dgm:bulletEnabled val="1"/>
        </dgm:presLayoutVars>
      </dgm:prSet>
      <dgm:spPr/>
    </dgm:pt>
    <dgm:pt modelId="{3B3BE7DA-AB7E-4496-98EC-5B84DBED84FD}" type="pres">
      <dgm:prSet presAssocID="{CF1F8F1E-4300-4715-BD3A-99B972CBE0CB}" presName="ellipse2" presStyleLbl="vennNode1" presStyleIdx="1" presStyleCnt="5" custLinFactNeighborX="522" custLinFactNeighborY="1044">
        <dgm:presLayoutVars>
          <dgm:bulletEnabled val="1"/>
        </dgm:presLayoutVars>
      </dgm:prSet>
      <dgm:spPr/>
    </dgm:pt>
    <dgm:pt modelId="{3710C511-9DA8-4B92-A8C6-65C6C04A7F70}" type="pres">
      <dgm:prSet presAssocID="{CF1F8F1E-4300-4715-BD3A-99B972CBE0CB}" presName="ellipse3" presStyleLbl="vennNode1" presStyleIdx="2" presStyleCnt="5" custLinFactNeighborX="1044" custLinFactNeighborY="522">
        <dgm:presLayoutVars>
          <dgm:bulletEnabled val="1"/>
        </dgm:presLayoutVars>
      </dgm:prSet>
      <dgm:spPr/>
    </dgm:pt>
    <dgm:pt modelId="{079CB63F-F553-4524-A5A9-1A3896CF422A}" type="pres">
      <dgm:prSet presAssocID="{CF1F8F1E-4300-4715-BD3A-99B972CBE0CB}" presName="ellipse4" presStyleLbl="vennNode1" presStyleIdx="3" presStyleCnt="5">
        <dgm:presLayoutVars>
          <dgm:bulletEnabled val="1"/>
        </dgm:presLayoutVars>
      </dgm:prSet>
      <dgm:spPr/>
    </dgm:pt>
    <dgm:pt modelId="{4B268FA5-9D39-4429-9CE1-03F319119903}" type="pres">
      <dgm:prSet presAssocID="{CF1F8F1E-4300-4715-BD3A-99B972CBE0CB}" presName="ellipse5" presStyleLbl="vennNode1" presStyleIdx="4" presStyleCnt="5">
        <dgm:presLayoutVars>
          <dgm:bulletEnabled val="1"/>
        </dgm:presLayoutVars>
      </dgm:prSet>
      <dgm:spPr/>
    </dgm:pt>
  </dgm:ptLst>
  <dgm:cxnLst>
    <dgm:cxn modelId="{24A33A29-DF8F-4CFC-B22D-C1EFE4E93A77}" type="presOf" srcId="{88332172-DDFE-4889-ACC4-BA6E90A12F86}" destId="{73327767-1A34-4E28-B79C-D0CFDB112C7B}" srcOrd="0" destOrd="0" presId="urn:microsoft.com/office/officeart/2005/8/layout/rings+Icon"/>
    <dgm:cxn modelId="{C00EBA40-75A0-4C70-B3FD-A92814FA8E15}" type="presOf" srcId="{F9242B87-8B2A-4E3B-9A52-42BE03FFF0D2}" destId="{079CB63F-F553-4524-A5A9-1A3896CF422A}" srcOrd="0" destOrd="0" presId="urn:microsoft.com/office/officeart/2005/8/layout/rings+Icon"/>
    <dgm:cxn modelId="{55E92395-A56B-4F20-9651-76F9B0DB6936}" srcId="{CF1F8F1E-4300-4715-BD3A-99B972CBE0CB}" destId="{29BE06CB-1C6C-44C3-A905-9F94A98CE5E7}" srcOrd="1" destOrd="0" parTransId="{4C66F73D-3F9E-455D-BC2C-5309A19D1DB4}" sibTransId="{8BBBBACD-F650-4933-BD60-DF6527E93F8E}"/>
    <dgm:cxn modelId="{E237C59A-DFE5-4B27-9C76-4BC01A4F6B32}" type="presOf" srcId="{0AC5504C-5B63-486C-896F-0DD81DC70E68}" destId="{3710C511-9DA8-4B92-A8C6-65C6C04A7F70}" srcOrd="0" destOrd="0" presId="urn:microsoft.com/office/officeart/2005/8/layout/rings+Icon"/>
    <dgm:cxn modelId="{5C4166AE-BBB4-44FC-90AB-F73C9E39D049}" srcId="{CF1F8F1E-4300-4715-BD3A-99B972CBE0CB}" destId="{88332172-DDFE-4889-ACC4-BA6E90A12F86}" srcOrd="0" destOrd="0" parTransId="{38A004CF-92C3-4CAA-A2D8-18B0AE626421}" sibTransId="{45110B3B-C64D-4F0B-A6F6-70800DBECCB8}"/>
    <dgm:cxn modelId="{AC64BCAF-4809-4050-89D4-B16DA188352D}" type="presOf" srcId="{29BE06CB-1C6C-44C3-A905-9F94A98CE5E7}" destId="{3B3BE7DA-AB7E-4496-98EC-5B84DBED84FD}" srcOrd="0" destOrd="0" presId="urn:microsoft.com/office/officeart/2005/8/layout/rings+Icon"/>
    <dgm:cxn modelId="{1ED2D2B7-22DF-434B-84C8-8C9608AE86CE}" type="presOf" srcId="{CF1F8F1E-4300-4715-BD3A-99B972CBE0CB}" destId="{645DEE0B-BC1A-48A2-A826-015B0A872863}" srcOrd="0" destOrd="0" presId="urn:microsoft.com/office/officeart/2005/8/layout/rings+Icon"/>
    <dgm:cxn modelId="{DE4EC8BD-3828-4B89-9257-2F56B91BF919}" srcId="{CF1F8F1E-4300-4715-BD3A-99B972CBE0CB}" destId="{43454514-E7BA-4E6B-82B8-6C11D31D2577}" srcOrd="4" destOrd="0" parTransId="{DDB2470E-0E44-4DB1-B6E7-54BCE752AD47}" sibTransId="{AA09E814-CB14-42CD-816A-B7C0F3938898}"/>
    <dgm:cxn modelId="{75D8FCCE-8E41-434F-B3CB-EBDB9B2524B5}" type="presOf" srcId="{43454514-E7BA-4E6B-82B8-6C11D31D2577}" destId="{4B268FA5-9D39-4429-9CE1-03F319119903}" srcOrd="0" destOrd="0" presId="urn:microsoft.com/office/officeart/2005/8/layout/rings+Icon"/>
    <dgm:cxn modelId="{8CB924CF-90F2-4342-BAD0-490E38E218E6}" srcId="{CF1F8F1E-4300-4715-BD3A-99B972CBE0CB}" destId="{0AC5504C-5B63-486C-896F-0DD81DC70E68}" srcOrd="2" destOrd="0" parTransId="{4073B6F8-3540-4546-A928-554DE23EDFAB}" sibTransId="{5E6F72FF-A42C-4AD6-9983-3A8073BEA71D}"/>
    <dgm:cxn modelId="{8BCCF6E2-A1F8-4E2B-AE7F-157F3E3D777C}" srcId="{CF1F8F1E-4300-4715-BD3A-99B972CBE0CB}" destId="{F9242B87-8B2A-4E3B-9A52-42BE03FFF0D2}" srcOrd="3" destOrd="0" parTransId="{174E7977-B4E5-4DCD-A8E7-DD4C62499171}" sibTransId="{CC396AF8-102E-41C7-8E36-DAE654AF642F}"/>
    <dgm:cxn modelId="{58A8D115-069F-4653-AF5E-D1CF98052C7A}" type="presParOf" srcId="{645DEE0B-BC1A-48A2-A826-015B0A872863}" destId="{73327767-1A34-4E28-B79C-D0CFDB112C7B}" srcOrd="0" destOrd="0" presId="urn:microsoft.com/office/officeart/2005/8/layout/rings+Icon"/>
    <dgm:cxn modelId="{9173E098-44B4-4F57-B4C3-F68462B4A811}" type="presParOf" srcId="{645DEE0B-BC1A-48A2-A826-015B0A872863}" destId="{3B3BE7DA-AB7E-4496-98EC-5B84DBED84FD}" srcOrd="1" destOrd="0" presId="urn:microsoft.com/office/officeart/2005/8/layout/rings+Icon"/>
    <dgm:cxn modelId="{63559A02-9F1D-4B1A-B867-2B1ABB0B8DBC}" type="presParOf" srcId="{645DEE0B-BC1A-48A2-A826-015B0A872863}" destId="{3710C511-9DA8-4B92-A8C6-65C6C04A7F70}" srcOrd="2" destOrd="0" presId="urn:microsoft.com/office/officeart/2005/8/layout/rings+Icon"/>
    <dgm:cxn modelId="{B012766C-982A-410B-9B70-1C967BE30EA2}" type="presParOf" srcId="{645DEE0B-BC1A-48A2-A826-015B0A872863}" destId="{079CB63F-F553-4524-A5A9-1A3896CF422A}" srcOrd="3" destOrd="0" presId="urn:microsoft.com/office/officeart/2005/8/layout/rings+Icon"/>
    <dgm:cxn modelId="{21BE4051-9216-4445-9F5E-B8A1B86AE161}" type="presParOf" srcId="{645DEE0B-BC1A-48A2-A826-015B0A872863}" destId="{4B268FA5-9D39-4429-9CE1-03F319119903}" srcOrd="4" destOrd="0" presId="urn:microsoft.com/office/officeart/2005/8/layout/rings+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39D9979-329C-46E3-95DE-30EA63EEACE7}" type="doc">
      <dgm:prSet loTypeId="urn:microsoft.com/office/officeart/2005/8/layout/default" loCatId="list" qsTypeId="urn:microsoft.com/office/officeart/2005/8/quickstyle/3d2" qsCatId="3D" csTypeId="urn:microsoft.com/office/officeart/2005/8/colors/accent0_1" csCatId="mainScheme" phldr="1"/>
      <dgm:spPr/>
      <dgm:t>
        <a:bodyPr/>
        <a:lstStyle/>
        <a:p>
          <a:endParaRPr lang="en-US"/>
        </a:p>
      </dgm:t>
    </dgm:pt>
    <dgm:pt modelId="{E836B6A0-D4A8-4127-B839-01CE11BF42D9}">
      <dgm:prSet/>
      <dgm:spPr/>
      <dgm:t>
        <a:bodyPr/>
        <a:lstStyle/>
        <a:p>
          <a:r>
            <a:rPr lang="en-IN" b="0" i="0" dirty="0">
              <a:latin typeface="Times New Roman" panose="02020603050405020304" pitchFamily="18" charset="0"/>
              <a:cs typeface="Times New Roman" panose="02020603050405020304" pitchFamily="18" charset="0"/>
            </a:rPr>
            <a:t>Select an existing NFA.</a:t>
          </a:r>
        </a:p>
      </dgm:t>
    </dgm:pt>
    <dgm:pt modelId="{FB32B4D2-08DD-45DB-ABBB-8AD4B68F4B61}" type="parTrans" cxnId="{47BB25D6-969B-412B-A439-FFD8866BD815}">
      <dgm:prSet/>
      <dgm:spPr/>
      <dgm:t>
        <a:bodyPr/>
        <a:lstStyle/>
        <a:p>
          <a:endParaRPr lang="en-US"/>
        </a:p>
      </dgm:t>
    </dgm:pt>
    <dgm:pt modelId="{DA78E8A4-767D-4AE7-B484-C6AEC448A01B}" type="sibTrans" cxnId="{47BB25D6-969B-412B-A439-FFD8866BD815}">
      <dgm:prSet/>
      <dgm:spPr/>
      <dgm:t>
        <a:bodyPr/>
        <a:lstStyle/>
        <a:p>
          <a:endParaRPr lang="en-US"/>
        </a:p>
      </dgm:t>
    </dgm:pt>
    <dgm:pt modelId="{2371DF40-87F0-4132-B966-3DD21127BCDA}">
      <dgm:prSet/>
      <dgm:spPr/>
      <dgm:t>
        <a:bodyPr/>
        <a:lstStyle/>
        <a:p>
          <a:r>
            <a:rPr lang="en-IN" b="0" i="0" dirty="0">
              <a:latin typeface="Times New Roman" panose="02020603050405020304" pitchFamily="18" charset="0"/>
              <a:cs typeface="Times New Roman" panose="02020603050405020304" pitchFamily="18" charset="0"/>
            </a:rPr>
            <a:t>Apply Subset Construction Algorithm.</a:t>
          </a:r>
        </a:p>
      </dgm:t>
    </dgm:pt>
    <dgm:pt modelId="{AF807800-7F10-45ED-8526-72F37D5E16EE}" type="parTrans" cxnId="{540EFC9C-60B5-42FA-BB0C-F7886DE6B75E}">
      <dgm:prSet/>
      <dgm:spPr/>
      <dgm:t>
        <a:bodyPr/>
        <a:lstStyle/>
        <a:p>
          <a:endParaRPr lang="en-US"/>
        </a:p>
      </dgm:t>
    </dgm:pt>
    <dgm:pt modelId="{36D3C9D9-5D73-496D-8486-A396A9D370A7}" type="sibTrans" cxnId="{540EFC9C-60B5-42FA-BB0C-F7886DE6B75E}">
      <dgm:prSet/>
      <dgm:spPr/>
      <dgm:t>
        <a:bodyPr/>
        <a:lstStyle/>
        <a:p>
          <a:endParaRPr lang="en-US"/>
        </a:p>
      </dgm:t>
    </dgm:pt>
    <dgm:pt modelId="{32B8385D-6981-4AB3-AC7D-53752235410A}">
      <dgm:prSet/>
      <dgm:spPr/>
      <dgm:t>
        <a:bodyPr/>
        <a:lstStyle/>
        <a:p>
          <a:r>
            <a:rPr lang="en-IN" b="0" i="0" dirty="0">
              <a:latin typeface="Times New Roman" panose="02020603050405020304" pitchFamily="18" charset="0"/>
              <a:cs typeface="Times New Roman" panose="02020603050405020304" pitchFamily="18" charset="0"/>
            </a:rPr>
            <a:t>Generate equivalent DFA states.</a:t>
          </a:r>
        </a:p>
      </dgm:t>
    </dgm:pt>
    <dgm:pt modelId="{146977E4-D56C-481B-AAFB-9BF126453621}" type="parTrans" cxnId="{F5D4D0C0-D84D-48EF-9956-7320ED4F40CC}">
      <dgm:prSet/>
      <dgm:spPr/>
      <dgm:t>
        <a:bodyPr/>
        <a:lstStyle/>
        <a:p>
          <a:endParaRPr lang="en-US"/>
        </a:p>
      </dgm:t>
    </dgm:pt>
    <dgm:pt modelId="{2BEB27A5-FF6D-44AB-A8DD-647C5FDAF561}" type="sibTrans" cxnId="{F5D4D0C0-D84D-48EF-9956-7320ED4F40CC}">
      <dgm:prSet/>
      <dgm:spPr/>
      <dgm:t>
        <a:bodyPr/>
        <a:lstStyle/>
        <a:p>
          <a:endParaRPr lang="en-US"/>
        </a:p>
      </dgm:t>
    </dgm:pt>
    <dgm:pt modelId="{03BAC58B-CEE4-4482-B3AF-0D10C6D9AAF6}">
      <dgm:prSet/>
      <dgm:spPr/>
      <dgm:t>
        <a:bodyPr/>
        <a:lstStyle/>
        <a:p>
          <a:r>
            <a:rPr lang="en-IN" b="0" i="0" dirty="0">
              <a:latin typeface="Times New Roman" panose="02020603050405020304" pitchFamily="18" charset="0"/>
              <a:cs typeface="Times New Roman" panose="02020603050405020304" pitchFamily="18" charset="0"/>
            </a:rPr>
            <a:t>Generate DFA transition table.</a:t>
          </a:r>
        </a:p>
      </dgm:t>
    </dgm:pt>
    <dgm:pt modelId="{ED08EE08-B9C2-4476-9630-95191FECCF22}" type="parTrans" cxnId="{E5ECC64F-DDD8-4C06-B3C4-8634A20C8E2F}">
      <dgm:prSet/>
      <dgm:spPr/>
      <dgm:t>
        <a:bodyPr/>
        <a:lstStyle/>
        <a:p>
          <a:endParaRPr lang="en-US"/>
        </a:p>
      </dgm:t>
    </dgm:pt>
    <dgm:pt modelId="{88AEDA53-BD78-49AC-8B6E-AD463A55B112}" type="sibTrans" cxnId="{E5ECC64F-DDD8-4C06-B3C4-8634A20C8E2F}">
      <dgm:prSet/>
      <dgm:spPr/>
      <dgm:t>
        <a:bodyPr/>
        <a:lstStyle/>
        <a:p>
          <a:endParaRPr lang="en-US"/>
        </a:p>
      </dgm:t>
    </dgm:pt>
    <dgm:pt modelId="{29C0B144-8E35-4695-928D-D6C2212A2ECA}">
      <dgm:prSet/>
      <dgm:spPr/>
      <dgm:t>
        <a:bodyPr/>
        <a:lstStyle/>
        <a:p>
          <a:r>
            <a:rPr lang="en-GB" b="0" i="0" dirty="0">
              <a:latin typeface="Times New Roman" panose="02020603050405020304" pitchFamily="18" charset="0"/>
              <a:cs typeface="Times New Roman" panose="02020603050405020304" pitchFamily="18" charset="0"/>
            </a:rPr>
            <a:t>Visualize and save the converted DFA.</a:t>
          </a:r>
          <a:endParaRPr lang="en-IN" b="0" i="0" dirty="0">
            <a:latin typeface="Times New Roman" panose="02020603050405020304" pitchFamily="18" charset="0"/>
            <a:cs typeface="Times New Roman" panose="02020603050405020304" pitchFamily="18" charset="0"/>
          </a:endParaRPr>
        </a:p>
      </dgm:t>
    </dgm:pt>
    <dgm:pt modelId="{30022CC3-F781-42F1-AD8B-4EE579C54478}" type="parTrans" cxnId="{E1B81B39-494B-4B86-94BF-744FEE518EDA}">
      <dgm:prSet/>
      <dgm:spPr/>
      <dgm:t>
        <a:bodyPr/>
        <a:lstStyle/>
        <a:p>
          <a:endParaRPr lang="en-US"/>
        </a:p>
      </dgm:t>
    </dgm:pt>
    <dgm:pt modelId="{BC03BC86-2815-483F-9F19-5279703123C6}" type="sibTrans" cxnId="{E1B81B39-494B-4B86-94BF-744FEE518EDA}">
      <dgm:prSet/>
      <dgm:spPr/>
      <dgm:t>
        <a:bodyPr/>
        <a:lstStyle/>
        <a:p>
          <a:endParaRPr lang="en-US"/>
        </a:p>
      </dgm:t>
    </dgm:pt>
    <dgm:pt modelId="{4EA76474-D1BE-4171-949B-82F7DD854E2E}" type="pres">
      <dgm:prSet presAssocID="{D39D9979-329C-46E3-95DE-30EA63EEACE7}" presName="diagram" presStyleCnt="0">
        <dgm:presLayoutVars>
          <dgm:dir/>
          <dgm:resizeHandles val="exact"/>
        </dgm:presLayoutVars>
      </dgm:prSet>
      <dgm:spPr/>
    </dgm:pt>
    <dgm:pt modelId="{5A9D8160-0909-4BD1-8BCD-A8D54214637C}" type="pres">
      <dgm:prSet presAssocID="{E836B6A0-D4A8-4127-B839-01CE11BF42D9}" presName="node" presStyleLbl="node1" presStyleIdx="0" presStyleCnt="5">
        <dgm:presLayoutVars>
          <dgm:bulletEnabled val="1"/>
        </dgm:presLayoutVars>
      </dgm:prSet>
      <dgm:spPr/>
    </dgm:pt>
    <dgm:pt modelId="{07D0AF84-4DD2-432E-B97F-96EEEBE5DEEB}" type="pres">
      <dgm:prSet presAssocID="{DA78E8A4-767D-4AE7-B484-C6AEC448A01B}" presName="sibTrans" presStyleCnt="0"/>
      <dgm:spPr/>
    </dgm:pt>
    <dgm:pt modelId="{0397DE31-8B1D-4CB9-9EE7-903D4E3045CD}" type="pres">
      <dgm:prSet presAssocID="{2371DF40-87F0-4132-B966-3DD21127BCDA}" presName="node" presStyleLbl="node1" presStyleIdx="1" presStyleCnt="5">
        <dgm:presLayoutVars>
          <dgm:bulletEnabled val="1"/>
        </dgm:presLayoutVars>
      </dgm:prSet>
      <dgm:spPr/>
    </dgm:pt>
    <dgm:pt modelId="{DB20D84A-E996-436E-8FA7-F7906C0178B2}" type="pres">
      <dgm:prSet presAssocID="{36D3C9D9-5D73-496D-8486-A396A9D370A7}" presName="sibTrans" presStyleCnt="0"/>
      <dgm:spPr/>
    </dgm:pt>
    <dgm:pt modelId="{35DE2A4C-577F-42BC-A3B4-37020E2BF4B1}" type="pres">
      <dgm:prSet presAssocID="{32B8385D-6981-4AB3-AC7D-53752235410A}" presName="node" presStyleLbl="node1" presStyleIdx="2" presStyleCnt="5">
        <dgm:presLayoutVars>
          <dgm:bulletEnabled val="1"/>
        </dgm:presLayoutVars>
      </dgm:prSet>
      <dgm:spPr/>
    </dgm:pt>
    <dgm:pt modelId="{B7716E37-0DED-447C-AF2C-6B929BAA966F}" type="pres">
      <dgm:prSet presAssocID="{2BEB27A5-FF6D-44AB-A8DD-647C5FDAF561}" presName="sibTrans" presStyleCnt="0"/>
      <dgm:spPr/>
    </dgm:pt>
    <dgm:pt modelId="{5D6882B7-990F-4893-B963-AA379E7C32C4}" type="pres">
      <dgm:prSet presAssocID="{03BAC58B-CEE4-4482-B3AF-0D10C6D9AAF6}" presName="node" presStyleLbl="node1" presStyleIdx="3" presStyleCnt="5">
        <dgm:presLayoutVars>
          <dgm:bulletEnabled val="1"/>
        </dgm:presLayoutVars>
      </dgm:prSet>
      <dgm:spPr/>
    </dgm:pt>
    <dgm:pt modelId="{004F054F-5284-4997-866A-AB067564A945}" type="pres">
      <dgm:prSet presAssocID="{88AEDA53-BD78-49AC-8B6E-AD463A55B112}" presName="sibTrans" presStyleCnt="0"/>
      <dgm:spPr/>
    </dgm:pt>
    <dgm:pt modelId="{5B7AAF4D-7975-4789-8508-C8B4A20B3719}" type="pres">
      <dgm:prSet presAssocID="{29C0B144-8E35-4695-928D-D6C2212A2ECA}" presName="node" presStyleLbl="node1" presStyleIdx="4" presStyleCnt="5">
        <dgm:presLayoutVars>
          <dgm:bulletEnabled val="1"/>
        </dgm:presLayoutVars>
      </dgm:prSet>
      <dgm:spPr/>
    </dgm:pt>
  </dgm:ptLst>
  <dgm:cxnLst>
    <dgm:cxn modelId="{E1B81B39-494B-4B86-94BF-744FEE518EDA}" srcId="{D39D9979-329C-46E3-95DE-30EA63EEACE7}" destId="{29C0B144-8E35-4695-928D-D6C2212A2ECA}" srcOrd="4" destOrd="0" parTransId="{30022CC3-F781-42F1-AD8B-4EE579C54478}" sibTransId="{BC03BC86-2815-483F-9F19-5279703123C6}"/>
    <dgm:cxn modelId="{7C97E239-F24D-4CC1-8253-3448177C166D}" type="presOf" srcId="{03BAC58B-CEE4-4482-B3AF-0D10C6D9AAF6}" destId="{5D6882B7-990F-4893-B963-AA379E7C32C4}" srcOrd="0" destOrd="0" presId="urn:microsoft.com/office/officeart/2005/8/layout/default"/>
    <dgm:cxn modelId="{43E4025F-A909-4EE6-8D7D-05BB8996B02B}" type="presOf" srcId="{E836B6A0-D4A8-4127-B839-01CE11BF42D9}" destId="{5A9D8160-0909-4BD1-8BCD-A8D54214637C}" srcOrd="0" destOrd="0" presId="urn:microsoft.com/office/officeart/2005/8/layout/default"/>
    <dgm:cxn modelId="{E5ECC64F-DDD8-4C06-B3C4-8634A20C8E2F}" srcId="{D39D9979-329C-46E3-95DE-30EA63EEACE7}" destId="{03BAC58B-CEE4-4482-B3AF-0D10C6D9AAF6}" srcOrd="3" destOrd="0" parTransId="{ED08EE08-B9C2-4476-9630-95191FECCF22}" sibTransId="{88AEDA53-BD78-49AC-8B6E-AD463A55B112}"/>
    <dgm:cxn modelId="{09AD5A7B-36AE-4A94-AF2E-014D03FE25A4}" type="presOf" srcId="{29C0B144-8E35-4695-928D-D6C2212A2ECA}" destId="{5B7AAF4D-7975-4789-8508-C8B4A20B3719}" srcOrd="0" destOrd="0" presId="urn:microsoft.com/office/officeart/2005/8/layout/default"/>
    <dgm:cxn modelId="{E5E5BA95-61D0-4F95-8331-E2AB93BC458C}" type="presOf" srcId="{32B8385D-6981-4AB3-AC7D-53752235410A}" destId="{35DE2A4C-577F-42BC-A3B4-37020E2BF4B1}" srcOrd="0" destOrd="0" presId="urn:microsoft.com/office/officeart/2005/8/layout/default"/>
    <dgm:cxn modelId="{540EFC9C-60B5-42FA-BB0C-F7886DE6B75E}" srcId="{D39D9979-329C-46E3-95DE-30EA63EEACE7}" destId="{2371DF40-87F0-4132-B966-3DD21127BCDA}" srcOrd="1" destOrd="0" parTransId="{AF807800-7F10-45ED-8526-72F37D5E16EE}" sibTransId="{36D3C9D9-5D73-496D-8486-A396A9D370A7}"/>
    <dgm:cxn modelId="{6D67ECA8-2ABA-4E9C-AC57-813FFC2EF706}" type="presOf" srcId="{D39D9979-329C-46E3-95DE-30EA63EEACE7}" destId="{4EA76474-D1BE-4171-949B-82F7DD854E2E}" srcOrd="0" destOrd="0" presId="urn:microsoft.com/office/officeart/2005/8/layout/default"/>
    <dgm:cxn modelId="{F5D4D0C0-D84D-48EF-9956-7320ED4F40CC}" srcId="{D39D9979-329C-46E3-95DE-30EA63EEACE7}" destId="{32B8385D-6981-4AB3-AC7D-53752235410A}" srcOrd="2" destOrd="0" parTransId="{146977E4-D56C-481B-AAFB-9BF126453621}" sibTransId="{2BEB27A5-FF6D-44AB-A8DD-647C5FDAF561}"/>
    <dgm:cxn modelId="{47BB25D6-969B-412B-A439-FFD8866BD815}" srcId="{D39D9979-329C-46E3-95DE-30EA63EEACE7}" destId="{E836B6A0-D4A8-4127-B839-01CE11BF42D9}" srcOrd="0" destOrd="0" parTransId="{FB32B4D2-08DD-45DB-ABBB-8AD4B68F4B61}" sibTransId="{DA78E8A4-767D-4AE7-B484-C6AEC448A01B}"/>
    <dgm:cxn modelId="{2F67C5F0-A5BB-4A3F-8890-826F4B5C4D74}" type="presOf" srcId="{2371DF40-87F0-4132-B966-3DD21127BCDA}" destId="{0397DE31-8B1D-4CB9-9EE7-903D4E3045CD}" srcOrd="0" destOrd="0" presId="urn:microsoft.com/office/officeart/2005/8/layout/default"/>
    <dgm:cxn modelId="{4B3E561C-75CE-4698-9D44-A0BA89341A1B}" type="presParOf" srcId="{4EA76474-D1BE-4171-949B-82F7DD854E2E}" destId="{5A9D8160-0909-4BD1-8BCD-A8D54214637C}" srcOrd="0" destOrd="0" presId="urn:microsoft.com/office/officeart/2005/8/layout/default"/>
    <dgm:cxn modelId="{3FEF0120-15E3-4E8E-9CFF-0C27F8ACD5C4}" type="presParOf" srcId="{4EA76474-D1BE-4171-949B-82F7DD854E2E}" destId="{07D0AF84-4DD2-432E-B97F-96EEEBE5DEEB}" srcOrd="1" destOrd="0" presId="urn:microsoft.com/office/officeart/2005/8/layout/default"/>
    <dgm:cxn modelId="{BDBED511-75E0-418B-8CBD-4BFBE8F85139}" type="presParOf" srcId="{4EA76474-D1BE-4171-949B-82F7DD854E2E}" destId="{0397DE31-8B1D-4CB9-9EE7-903D4E3045CD}" srcOrd="2" destOrd="0" presId="urn:microsoft.com/office/officeart/2005/8/layout/default"/>
    <dgm:cxn modelId="{12526E86-D0D1-4399-8BD9-2FE1E065B67D}" type="presParOf" srcId="{4EA76474-D1BE-4171-949B-82F7DD854E2E}" destId="{DB20D84A-E996-436E-8FA7-F7906C0178B2}" srcOrd="3" destOrd="0" presId="urn:microsoft.com/office/officeart/2005/8/layout/default"/>
    <dgm:cxn modelId="{CAD5F8A9-234D-4EA6-A8C4-A4B1CA90F3CA}" type="presParOf" srcId="{4EA76474-D1BE-4171-949B-82F7DD854E2E}" destId="{35DE2A4C-577F-42BC-A3B4-37020E2BF4B1}" srcOrd="4" destOrd="0" presId="urn:microsoft.com/office/officeart/2005/8/layout/default"/>
    <dgm:cxn modelId="{E3D72D79-1A8C-4448-B016-D3625D534D01}" type="presParOf" srcId="{4EA76474-D1BE-4171-949B-82F7DD854E2E}" destId="{B7716E37-0DED-447C-AF2C-6B929BAA966F}" srcOrd="5" destOrd="0" presId="urn:microsoft.com/office/officeart/2005/8/layout/default"/>
    <dgm:cxn modelId="{1229F08D-969D-499C-A1C9-0AD07A6EE2E1}" type="presParOf" srcId="{4EA76474-D1BE-4171-949B-82F7DD854E2E}" destId="{5D6882B7-990F-4893-B963-AA379E7C32C4}" srcOrd="6" destOrd="0" presId="urn:microsoft.com/office/officeart/2005/8/layout/default"/>
    <dgm:cxn modelId="{7FB14C38-D761-4E92-9803-5EBEEE1D87ED}" type="presParOf" srcId="{4EA76474-D1BE-4171-949B-82F7DD854E2E}" destId="{004F054F-5284-4997-866A-AB067564A945}" srcOrd="7" destOrd="0" presId="urn:microsoft.com/office/officeart/2005/8/layout/default"/>
    <dgm:cxn modelId="{DB53B541-E0E4-4F91-A478-706D0999896B}" type="presParOf" srcId="{4EA76474-D1BE-4171-949B-82F7DD854E2E}" destId="{5B7AAF4D-7975-4789-8508-C8B4A20B3719}"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297C78E-67E8-447C-9A02-DA89839A44A3}"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FC041530-90DE-419E-B111-7673B575EDF6}">
      <dgm:prSet/>
      <dgm:spPr/>
      <dgm:t>
        <a:bodyPr/>
        <a:lstStyle/>
        <a:p>
          <a:r>
            <a:rPr lang="en-GB" b="0" i="0">
              <a:latin typeface="Times New Roman" panose="02020603050405020304" pitchFamily="18" charset="0"/>
              <a:cs typeface="Times New Roman" panose="02020603050405020304" pitchFamily="18" charset="0"/>
            </a:rPr>
            <a:t>Create and Configure DFA / NFA</a:t>
          </a:r>
          <a:endParaRPr lang="en-IN" b="0" i="0" dirty="0">
            <a:latin typeface="Times New Roman" panose="02020603050405020304" pitchFamily="18" charset="0"/>
            <a:cs typeface="Times New Roman" panose="02020603050405020304" pitchFamily="18" charset="0"/>
          </a:endParaRPr>
        </a:p>
      </dgm:t>
    </dgm:pt>
    <dgm:pt modelId="{2539114E-7356-45A7-B4B5-6AC3E24B0DE0}" type="parTrans" cxnId="{EA566AAF-C29B-46BB-96B6-1A8A4935843D}">
      <dgm:prSet/>
      <dgm:spPr/>
      <dgm:t>
        <a:bodyPr/>
        <a:lstStyle/>
        <a:p>
          <a:endParaRPr lang="en-US"/>
        </a:p>
      </dgm:t>
    </dgm:pt>
    <dgm:pt modelId="{96960800-C29C-4140-9729-97C278234223}" type="sibTrans" cxnId="{EA566AAF-C29B-46BB-96B6-1A8A4935843D}">
      <dgm:prSet/>
      <dgm:spPr/>
      <dgm:t>
        <a:bodyPr/>
        <a:lstStyle/>
        <a:p>
          <a:endParaRPr lang="en-US"/>
        </a:p>
      </dgm:t>
    </dgm:pt>
    <dgm:pt modelId="{34BE791F-E5C8-4093-BD55-568E05A5E4FB}">
      <dgm:prSet/>
      <dgm:spPr/>
      <dgm:t>
        <a:bodyPr/>
        <a:lstStyle/>
        <a:p>
          <a:r>
            <a:rPr lang="en-GB" b="0" i="0">
              <a:latin typeface="Times New Roman" panose="02020603050405020304" pitchFamily="18" charset="0"/>
              <a:cs typeface="Times New Roman" panose="02020603050405020304" pitchFamily="18" charset="0"/>
            </a:rPr>
            <a:t>Define States, Alphabets and Transitions</a:t>
          </a:r>
          <a:endParaRPr lang="en-IN" b="0" i="0" dirty="0">
            <a:latin typeface="Times New Roman" panose="02020603050405020304" pitchFamily="18" charset="0"/>
            <a:cs typeface="Times New Roman" panose="02020603050405020304" pitchFamily="18" charset="0"/>
          </a:endParaRPr>
        </a:p>
      </dgm:t>
    </dgm:pt>
    <dgm:pt modelId="{1749D7CD-9833-4B92-9379-24E5AB5B07EB}" type="parTrans" cxnId="{4CCA8E04-9FD9-4B10-92E1-00018D98B8A3}">
      <dgm:prSet/>
      <dgm:spPr/>
      <dgm:t>
        <a:bodyPr/>
        <a:lstStyle/>
        <a:p>
          <a:endParaRPr lang="en-US"/>
        </a:p>
      </dgm:t>
    </dgm:pt>
    <dgm:pt modelId="{B67CBD9F-C668-49F4-92CF-383B9CFAAC6E}" type="sibTrans" cxnId="{4CCA8E04-9FD9-4B10-92E1-00018D98B8A3}">
      <dgm:prSet/>
      <dgm:spPr/>
      <dgm:t>
        <a:bodyPr/>
        <a:lstStyle/>
        <a:p>
          <a:endParaRPr lang="en-US"/>
        </a:p>
      </dgm:t>
    </dgm:pt>
    <dgm:pt modelId="{C7E1E994-1D66-4DA0-B44B-EE32BE7AA90C}">
      <dgm:prSet/>
      <dgm:spPr/>
      <dgm:t>
        <a:bodyPr/>
        <a:lstStyle/>
        <a:p>
          <a:r>
            <a:rPr lang="en-IN" b="0" i="0">
              <a:latin typeface="Times New Roman" panose="02020603050405020304" pitchFamily="18" charset="0"/>
              <a:cs typeface="Times New Roman" panose="02020603050405020304" pitchFamily="18" charset="0"/>
            </a:rPr>
            <a:t>Enter and Validate Input Strings</a:t>
          </a:r>
          <a:endParaRPr lang="en-IN" b="0" i="0" dirty="0">
            <a:latin typeface="Times New Roman" panose="02020603050405020304" pitchFamily="18" charset="0"/>
            <a:cs typeface="Times New Roman" panose="02020603050405020304" pitchFamily="18" charset="0"/>
          </a:endParaRPr>
        </a:p>
      </dgm:t>
    </dgm:pt>
    <dgm:pt modelId="{1971C861-3EAE-4DEB-9F4D-0236F0FD285A}" type="parTrans" cxnId="{09BA2F51-F6FF-43B2-B8D9-83997C7BED9B}">
      <dgm:prSet/>
      <dgm:spPr/>
      <dgm:t>
        <a:bodyPr/>
        <a:lstStyle/>
        <a:p>
          <a:endParaRPr lang="en-US"/>
        </a:p>
      </dgm:t>
    </dgm:pt>
    <dgm:pt modelId="{3F2B325B-982F-4A79-89A3-20D0FB58AE5B}" type="sibTrans" cxnId="{09BA2F51-F6FF-43B2-B8D9-83997C7BED9B}">
      <dgm:prSet/>
      <dgm:spPr/>
      <dgm:t>
        <a:bodyPr/>
        <a:lstStyle/>
        <a:p>
          <a:endParaRPr lang="en-US"/>
        </a:p>
      </dgm:t>
    </dgm:pt>
    <dgm:pt modelId="{79DC5A21-A8DE-4594-8B4D-568A9E4182A7}">
      <dgm:prSet/>
      <dgm:spPr/>
      <dgm:t>
        <a:bodyPr/>
        <a:lstStyle/>
        <a:p>
          <a:r>
            <a:rPr lang="en-IN" b="0" i="0">
              <a:latin typeface="Times New Roman" panose="02020603050405020304" pitchFamily="18" charset="0"/>
              <a:cs typeface="Times New Roman" panose="02020603050405020304" pitchFamily="18" charset="0"/>
            </a:rPr>
            <a:t>Perform Step-by-Step Automata Simulation</a:t>
          </a:r>
          <a:endParaRPr lang="en-IN" b="0" i="0" dirty="0">
            <a:latin typeface="Times New Roman" panose="02020603050405020304" pitchFamily="18" charset="0"/>
            <a:cs typeface="Times New Roman" panose="02020603050405020304" pitchFamily="18" charset="0"/>
          </a:endParaRPr>
        </a:p>
      </dgm:t>
    </dgm:pt>
    <dgm:pt modelId="{B105A76D-DE5F-488E-9E64-32E5FB81352E}" type="parTrans" cxnId="{BC17A1F4-35A6-4E47-B3B1-FEE7BEDACC61}">
      <dgm:prSet/>
      <dgm:spPr/>
      <dgm:t>
        <a:bodyPr/>
        <a:lstStyle/>
        <a:p>
          <a:endParaRPr lang="en-US"/>
        </a:p>
      </dgm:t>
    </dgm:pt>
    <dgm:pt modelId="{19D88FBC-9FF7-4BC8-91AB-4968DEEFD2E3}" type="sibTrans" cxnId="{BC17A1F4-35A6-4E47-B3B1-FEE7BEDACC61}">
      <dgm:prSet/>
      <dgm:spPr/>
      <dgm:t>
        <a:bodyPr/>
        <a:lstStyle/>
        <a:p>
          <a:endParaRPr lang="en-US"/>
        </a:p>
      </dgm:t>
    </dgm:pt>
    <dgm:pt modelId="{8BBD865C-191F-470A-B66A-9763F39169BE}">
      <dgm:prSet/>
      <dgm:spPr/>
      <dgm:t>
        <a:bodyPr/>
        <a:lstStyle/>
        <a:p>
          <a:r>
            <a:rPr lang="en-IN" b="0" i="0">
              <a:latin typeface="Times New Roman" panose="02020603050405020304" pitchFamily="18" charset="0"/>
              <a:cs typeface="Times New Roman" panose="02020603050405020304" pitchFamily="18" charset="0"/>
            </a:rPr>
            <a:t>Display Accepted / Rejected Results</a:t>
          </a:r>
          <a:endParaRPr lang="en-IN" b="0" i="0" dirty="0">
            <a:latin typeface="Times New Roman" panose="02020603050405020304" pitchFamily="18" charset="0"/>
            <a:cs typeface="Times New Roman" panose="02020603050405020304" pitchFamily="18" charset="0"/>
          </a:endParaRPr>
        </a:p>
      </dgm:t>
    </dgm:pt>
    <dgm:pt modelId="{3EE4A9DD-63EF-4C9A-990D-4C51FFA29DFA}" type="parTrans" cxnId="{E2DBC88D-B039-4C62-BFA4-19A65EF9AA07}">
      <dgm:prSet/>
      <dgm:spPr/>
      <dgm:t>
        <a:bodyPr/>
        <a:lstStyle/>
        <a:p>
          <a:endParaRPr lang="en-US"/>
        </a:p>
      </dgm:t>
    </dgm:pt>
    <dgm:pt modelId="{7E189012-5F9E-44C8-A898-7EEABF7C24DD}" type="sibTrans" cxnId="{E2DBC88D-B039-4C62-BFA4-19A65EF9AA07}">
      <dgm:prSet/>
      <dgm:spPr/>
      <dgm:t>
        <a:bodyPr/>
        <a:lstStyle/>
        <a:p>
          <a:endParaRPr lang="en-US"/>
        </a:p>
      </dgm:t>
    </dgm:pt>
    <dgm:pt modelId="{B66D260F-CBBA-4FFF-9973-3E5AD73D0B63}" type="pres">
      <dgm:prSet presAssocID="{E297C78E-67E8-447C-9A02-DA89839A44A3}" presName="Name0" presStyleCnt="0">
        <dgm:presLayoutVars>
          <dgm:dir/>
          <dgm:resizeHandles val="exact"/>
        </dgm:presLayoutVars>
      </dgm:prSet>
      <dgm:spPr/>
    </dgm:pt>
    <dgm:pt modelId="{84BE1D52-3E17-462C-95A8-494A9B45DD39}" type="pres">
      <dgm:prSet presAssocID="{E297C78E-67E8-447C-9A02-DA89839A44A3}" presName="arrow" presStyleLbl="bgShp" presStyleIdx="0" presStyleCnt="1"/>
      <dgm:spPr/>
    </dgm:pt>
    <dgm:pt modelId="{CA86096E-44E9-4224-91DD-3EFAC17134A2}" type="pres">
      <dgm:prSet presAssocID="{E297C78E-67E8-447C-9A02-DA89839A44A3}" presName="points" presStyleCnt="0"/>
      <dgm:spPr/>
    </dgm:pt>
    <dgm:pt modelId="{8F867B2E-D718-430B-857B-634C3B348C6B}" type="pres">
      <dgm:prSet presAssocID="{FC041530-90DE-419E-B111-7673B575EDF6}" presName="compositeA" presStyleCnt="0"/>
      <dgm:spPr/>
    </dgm:pt>
    <dgm:pt modelId="{2D33E1A9-3118-4ACC-9ABD-034CF8587879}" type="pres">
      <dgm:prSet presAssocID="{FC041530-90DE-419E-B111-7673B575EDF6}" presName="textA" presStyleLbl="revTx" presStyleIdx="0" presStyleCnt="5">
        <dgm:presLayoutVars>
          <dgm:bulletEnabled val="1"/>
        </dgm:presLayoutVars>
      </dgm:prSet>
      <dgm:spPr/>
    </dgm:pt>
    <dgm:pt modelId="{D6D23440-DCFE-453A-8876-B1A69CA25480}" type="pres">
      <dgm:prSet presAssocID="{FC041530-90DE-419E-B111-7673B575EDF6}" presName="circleA" presStyleLbl="node1" presStyleIdx="0" presStyleCnt="5"/>
      <dgm:spPr/>
    </dgm:pt>
    <dgm:pt modelId="{BEA7AA6B-AC25-4754-BAEC-B60987824B64}" type="pres">
      <dgm:prSet presAssocID="{FC041530-90DE-419E-B111-7673B575EDF6}" presName="spaceA" presStyleCnt="0"/>
      <dgm:spPr/>
    </dgm:pt>
    <dgm:pt modelId="{9588525B-7D09-48C6-A427-E074B74506C4}" type="pres">
      <dgm:prSet presAssocID="{96960800-C29C-4140-9729-97C278234223}" presName="space" presStyleCnt="0"/>
      <dgm:spPr/>
    </dgm:pt>
    <dgm:pt modelId="{F5D0D4DB-C888-48CC-A239-CC5E6F7C8710}" type="pres">
      <dgm:prSet presAssocID="{34BE791F-E5C8-4093-BD55-568E05A5E4FB}" presName="compositeB" presStyleCnt="0"/>
      <dgm:spPr/>
    </dgm:pt>
    <dgm:pt modelId="{7A55C6D4-D749-44CB-BD7E-DD5CA27AD003}" type="pres">
      <dgm:prSet presAssocID="{34BE791F-E5C8-4093-BD55-568E05A5E4FB}" presName="textB" presStyleLbl="revTx" presStyleIdx="1" presStyleCnt="5">
        <dgm:presLayoutVars>
          <dgm:bulletEnabled val="1"/>
        </dgm:presLayoutVars>
      </dgm:prSet>
      <dgm:spPr/>
    </dgm:pt>
    <dgm:pt modelId="{7D44EEBD-798C-4E83-B249-1DC6621A629D}" type="pres">
      <dgm:prSet presAssocID="{34BE791F-E5C8-4093-BD55-568E05A5E4FB}" presName="circleB" presStyleLbl="node1" presStyleIdx="1" presStyleCnt="5"/>
      <dgm:spPr/>
    </dgm:pt>
    <dgm:pt modelId="{80984ED8-96F9-4BFE-9195-E27A904B848B}" type="pres">
      <dgm:prSet presAssocID="{34BE791F-E5C8-4093-BD55-568E05A5E4FB}" presName="spaceB" presStyleCnt="0"/>
      <dgm:spPr/>
    </dgm:pt>
    <dgm:pt modelId="{95D106C5-8198-4685-A41D-AE2D4791A4A8}" type="pres">
      <dgm:prSet presAssocID="{B67CBD9F-C668-49F4-92CF-383B9CFAAC6E}" presName="space" presStyleCnt="0"/>
      <dgm:spPr/>
    </dgm:pt>
    <dgm:pt modelId="{33FCB55D-C88F-4000-97FD-ABD337643F81}" type="pres">
      <dgm:prSet presAssocID="{C7E1E994-1D66-4DA0-B44B-EE32BE7AA90C}" presName="compositeA" presStyleCnt="0"/>
      <dgm:spPr/>
    </dgm:pt>
    <dgm:pt modelId="{5984E6A0-66F9-4C27-BA65-2C7F2E55EB0E}" type="pres">
      <dgm:prSet presAssocID="{C7E1E994-1D66-4DA0-B44B-EE32BE7AA90C}" presName="textA" presStyleLbl="revTx" presStyleIdx="2" presStyleCnt="5">
        <dgm:presLayoutVars>
          <dgm:bulletEnabled val="1"/>
        </dgm:presLayoutVars>
      </dgm:prSet>
      <dgm:spPr/>
    </dgm:pt>
    <dgm:pt modelId="{5B5D7324-D41F-425C-AB50-93CD81FCB190}" type="pres">
      <dgm:prSet presAssocID="{C7E1E994-1D66-4DA0-B44B-EE32BE7AA90C}" presName="circleA" presStyleLbl="node1" presStyleIdx="2" presStyleCnt="5"/>
      <dgm:spPr/>
    </dgm:pt>
    <dgm:pt modelId="{81C184A7-F223-4B89-84BA-B6B186CF7CD5}" type="pres">
      <dgm:prSet presAssocID="{C7E1E994-1D66-4DA0-B44B-EE32BE7AA90C}" presName="spaceA" presStyleCnt="0"/>
      <dgm:spPr/>
    </dgm:pt>
    <dgm:pt modelId="{0CB72E97-E23B-4845-8C96-CFC6590C1C4B}" type="pres">
      <dgm:prSet presAssocID="{3F2B325B-982F-4A79-89A3-20D0FB58AE5B}" presName="space" presStyleCnt="0"/>
      <dgm:spPr/>
    </dgm:pt>
    <dgm:pt modelId="{665DE2E7-388B-4170-AAC8-DE7C48AA1420}" type="pres">
      <dgm:prSet presAssocID="{79DC5A21-A8DE-4594-8B4D-568A9E4182A7}" presName="compositeB" presStyleCnt="0"/>
      <dgm:spPr/>
    </dgm:pt>
    <dgm:pt modelId="{AD07A8BD-633E-49F8-8822-026118B0C079}" type="pres">
      <dgm:prSet presAssocID="{79DC5A21-A8DE-4594-8B4D-568A9E4182A7}" presName="textB" presStyleLbl="revTx" presStyleIdx="3" presStyleCnt="5">
        <dgm:presLayoutVars>
          <dgm:bulletEnabled val="1"/>
        </dgm:presLayoutVars>
      </dgm:prSet>
      <dgm:spPr/>
    </dgm:pt>
    <dgm:pt modelId="{3D6532C0-E975-4C58-A47D-9AD895A19B1C}" type="pres">
      <dgm:prSet presAssocID="{79DC5A21-A8DE-4594-8B4D-568A9E4182A7}" presName="circleB" presStyleLbl="node1" presStyleIdx="3" presStyleCnt="5"/>
      <dgm:spPr/>
    </dgm:pt>
    <dgm:pt modelId="{2C482EDA-8CB9-4F66-B696-FCB86681F1AB}" type="pres">
      <dgm:prSet presAssocID="{79DC5A21-A8DE-4594-8B4D-568A9E4182A7}" presName="spaceB" presStyleCnt="0"/>
      <dgm:spPr/>
    </dgm:pt>
    <dgm:pt modelId="{E32E89FF-A245-450C-932E-8E1B1D450463}" type="pres">
      <dgm:prSet presAssocID="{19D88FBC-9FF7-4BC8-91AB-4968DEEFD2E3}" presName="space" presStyleCnt="0"/>
      <dgm:spPr/>
    </dgm:pt>
    <dgm:pt modelId="{9EB767A7-A8ED-46A2-955D-731599005736}" type="pres">
      <dgm:prSet presAssocID="{8BBD865C-191F-470A-B66A-9763F39169BE}" presName="compositeA" presStyleCnt="0"/>
      <dgm:spPr/>
    </dgm:pt>
    <dgm:pt modelId="{1323F3B7-F3FB-4854-8A1C-24326ED29E92}" type="pres">
      <dgm:prSet presAssocID="{8BBD865C-191F-470A-B66A-9763F39169BE}" presName="textA" presStyleLbl="revTx" presStyleIdx="4" presStyleCnt="5">
        <dgm:presLayoutVars>
          <dgm:bulletEnabled val="1"/>
        </dgm:presLayoutVars>
      </dgm:prSet>
      <dgm:spPr/>
    </dgm:pt>
    <dgm:pt modelId="{C0E57B9A-E98B-4258-9513-B8BCB12CC1CA}" type="pres">
      <dgm:prSet presAssocID="{8BBD865C-191F-470A-B66A-9763F39169BE}" presName="circleA" presStyleLbl="node1" presStyleIdx="4" presStyleCnt="5"/>
      <dgm:spPr/>
    </dgm:pt>
    <dgm:pt modelId="{AC948E98-1B5F-4B9A-9E99-A2D1E5246BC4}" type="pres">
      <dgm:prSet presAssocID="{8BBD865C-191F-470A-B66A-9763F39169BE}" presName="spaceA" presStyleCnt="0"/>
      <dgm:spPr/>
    </dgm:pt>
  </dgm:ptLst>
  <dgm:cxnLst>
    <dgm:cxn modelId="{4CCA8E04-9FD9-4B10-92E1-00018D98B8A3}" srcId="{E297C78E-67E8-447C-9A02-DA89839A44A3}" destId="{34BE791F-E5C8-4093-BD55-568E05A5E4FB}" srcOrd="1" destOrd="0" parTransId="{1749D7CD-9833-4B92-9379-24E5AB5B07EB}" sibTransId="{B67CBD9F-C668-49F4-92CF-383B9CFAAC6E}"/>
    <dgm:cxn modelId="{8B2C221B-6C1F-45D7-A663-AC1D74B31B82}" type="presOf" srcId="{C7E1E994-1D66-4DA0-B44B-EE32BE7AA90C}" destId="{5984E6A0-66F9-4C27-BA65-2C7F2E55EB0E}" srcOrd="0" destOrd="0" presId="urn:microsoft.com/office/officeart/2005/8/layout/hProcess11"/>
    <dgm:cxn modelId="{A8F92636-0034-4F31-9838-754E98B3AF63}" type="presOf" srcId="{FC041530-90DE-419E-B111-7673B575EDF6}" destId="{2D33E1A9-3118-4ACC-9ABD-034CF8587879}" srcOrd="0" destOrd="0" presId="urn:microsoft.com/office/officeart/2005/8/layout/hProcess11"/>
    <dgm:cxn modelId="{8EA09C69-1178-44DF-A8BD-1FFBFC2B9E24}" type="presOf" srcId="{E297C78E-67E8-447C-9A02-DA89839A44A3}" destId="{B66D260F-CBBA-4FFF-9973-3E5AD73D0B63}" srcOrd="0" destOrd="0" presId="urn:microsoft.com/office/officeart/2005/8/layout/hProcess11"/>
    <dgm:cxn modelId="{09BA2F51-F6FF-43B2-B8D9-83997C7BED9B}" srcId="{E297C78E-67E8-447C-9A02-DA89839A44A3}" destId="{C7E1E994-1D66-4DA0-B44B-EE32BE7AA90C}" srcOrd="2" destOrd="0" parTransId="{1971C861-3EAE-4DEB-9F4D-0236F0FD285A}" sibTransId="{3F2B325B-982F-4A79-89A3-20D0FB58AE5B}"/>
    <dgm:cxn modelId="{E2DBC88D-B039-4C62-BFA4-19A65EF9AA07}" srcId="{E297C78E-67E8-447C-9A02-DA89839A44A3}" destId="{8BBD865C-191F-470A-B66A-9763F39169BE}" srcOrd="4" destOrd="0" parTransId="{3EE4A9DD-63EF-4C9A-990D-4C51FFA29DFA}" sibTransId="{7E189012-5F9E-44C8-A898-7EEABF7C24DD}"/>
    <dgm:cxn modelId="{B0D785AC-6D60-49E4-8E96-CE97D2819872}" type="presOf" srcId="{79DC5A21-A8DE-4594-8B4D-568A9E4182A7}" destId="{AD07A8BD-633E-49F8-8822-026118B0C079}" srcOrd="0" destOrd="0" presId="urn:microsoft.com/office/officeart/2005/8/layout/hProcess11"/>
    <dgm:cxn modelId="{EA566AAF-C29B-46BB-96B6-1A8A4935843D}" srcId="{E297C78E-67E8-447C-9A02-DA89839A44A3}" destId="{FC041530-90DE-419E-B111-7673B575EDF6}" srcOrd="0" destOrd="0" parTransId="{2539114E-7356-45A7-B4B5-6AC3E24B0DE0}" sibTransId="{96960800-C29C-4140-9729-97C278234223}"/>
    <dgm:cxn modelId="{14D72DCD-BAD9-432A-AA45-EAC0479BDDDB}" type="presOf" srcId="{34BE791F-E5C8-4093-BD55-568E05A5E4FB}" destId="{7A55C6D4-D749-44CB-BD7E-DD5CA27AD003}" srcOrd="0" destOrd="0" presId="urn:microsoft.com/office/officeart/2005/8/layout/hProcess11"/>
    <dgm:cxn modelId="{21B110D8-0A63-4897-9835-CFBEF75BC974}" type="presOf" srcId="{8BBD865C-191F-470A-B66A-9763F39169BE}" destId="{1323F3B7-F3FB-4854-8A1C-24326ED29E92}" srcOrd="0" destOrd="0" presId="urn:microsoft.com/office/officeart/2005/8/layout/hProcess11"/>
    <dgm:cxn modelId="{BC17A1F4-35A6-4E47-B3B1-FEE7BEDACC61}" srcId="{E297C78E-67E8-447C-9A02-DA89839A44A3}" destId="{79DC5A21-A8DE-4594-8B4D-568A9E4182A7}" srcOrd="3" destOrd="0" parTransId="{B105A76D-DE5F-488E-9E64-32E5FB81352E}" sibTransId="{19D88FBC-9FF7-4BC8-91AB-4968DEEFD2E3}"/>
    <dgm:cxn modelId="{99AD62CA-C77D-4141-BD4E-27E581CB9CD8}" type="presParOf" srcId="{B66D260F-CBBA-4FFF-9973-3E5AD73D0B63}" destId="{84BE1D52-3E17-462C-95A8-494A9B45DD39}" srcOrd="0" destOrd="0" presId="urn:microsoft.com/office/officeart/2005/8/layout/hProcess11"/>
    <dgm:cxn modelId="{4B229D58-562E-421C-8B8A-F3BA7131F31F}" type="presParOf" srcId="{B66D260F-CBBA-4FFF-9973-3E5AD73D0B63}" destId="{CA86096E-44E9-4224-91DD-3EFAC17134A2}" srcOrd="1" destOrd="0" presId="urn:microsoft.com/office/officeart/2005/8/layout/hProcess11"/>
    <dgm:cxn modelId="{C376377F-7CBE-45A6-AB90-9CDAF20A29A6}" type="presParOf" srcId="{CA86096E-44E9-4224-91DD-3EFAC17134A2}" destId="{8F867B2E-D718-430B-857B-634C3B348C6B}" srcOrd="0" destOrd="0" presId="urn:microsoft.com/office/officeart/2005/8/layout/hProcess11"/>
    <dgm:cxn modelId="{BB119FBC-0F30-4F1A-8304-80DE8B0A48B7}" type="presParOf" srcId="{8F867B2E-D718-430B-857B-634C3B348C6B}" destId="{2D33E1A9-3118-4ACC-9ABD-034CF8587879}" srcOrd="0" destOrd="0" presId="urn:microsoft.com/office/officeart/2005/8/layout/hProcess11"/>
    <dgm:cxn modelId="{38C4EC7E-0B1D-41E3-927F-C1BF6E0D299F}" type="presParOf" srcId="{8F867B2E-D718-430B-857B-634C3B348C6B}" destId="{D6D23440-DCFE-453A-8876-B1A69CA25480}" srcOrd="1" destOrd="0" presId="urn:microsoft.com/office/officeart/2005/8/layout/hProcess11"/>
    <dgm:cxn modelId="{28585F52-C9E8-4223-8EDE-2BC989C6845F}" type="presParOf" srcId="{8F867B2E-D718-430B-857B-634C3B348C6B}" destId="{BEA7AA6B-AC25-4754-BAEC-B60987824B64}" srcOrd="2" destOrd="0" presId="urn:microsoft.com/office/officeart/2005/8/layout/hProcess11"/>
    <dgm:cxn modelId="{88539EB7-E3D3-44CB-9E50-326D91271CC1}" type="presParOf" srcId="{CA86096E-44E9-4224-91DD-3EFAC17134A2}" destId="{9588525B-7D09-48C6-A427-E074B74506C4}" srcOrd="1" destOrd="0" presId="urn:microsoft.com/office/officeart/2005/8/layout/hProcess11"/>
    <dgm:cxn modelId="{0D8243C0-0C14-4551-949B-70FA603A5378}" type="presParOf" srcId="{CA86096E-44E9-4224-91DD-3EFAC17134A2}" destId="{F5D0D4DB-C888-48CC-A239-CC5E6F7C8710}" srcOrd="2" destOrd="0" presId="urn:microsoft.com/office/officeart/2005/8/layout/hProcess11"/>
    <dgm:cxn modelId="{12FC4819-2264-4DE0-A1EF-57F1529A946E}" type="presParOf" srcId="{F5D0D4DB-C888-48CC-A239-CC5E6F7C8710}" destId="{7A55C6D4-D749-44CB-BD7E-DD5CA27AD003}" srcOrd="0" destOrd="0" presId="urn:microsoft.com/office/officeart/2005/8/layout/hProcess11"/>
    <dgm:cxn modelId="{EB4F8BA9-3391-47A8-AE46-26A5BBD73142}" type="presParOf" srcId="{F5D0D4DB-C888-48CC-A239-CC5E6F7C8710}" destId="{7D44EEBD-798C-4E83-B249-1DC6621A629D}" srcOrd="1" destOrd="0" presId="urn:microsoft.com/office/officeart/2005/8/layout/hProcess11"/>
    <dgm:cxn modelId="{0331F884-7AD5-4A64-AE70-9251A3B68ED7}" type="presParOf" srcId="{F5D0D4DB-C888-48CC-A239-CC5E6F7C8710}" destId="{80984ED8-96F9-4BFE-9195-E27A904B848B}" srcOrd="2" destOrd="0" presId="urn:microsoft.com/office/officeart/2005/8/layout/hProcess11"/>
    <dgm:cxn modelId="{CCD730CF-F084-4418-88FD-DA478A9758F5}" type="presParOf" srcId="{CA86096E-44E9-4224-91DD-3EFAC17134A2}" destId="{95D106C5-8198-4685-A41D-AE2D4791A4A8}" srcOrd="3" destOrd="0" presId="urn:microsoft.com/office/officeart/2005/8/layout/hProcess11"/>
    <dgm:cxn modelId="{9F05F866-554D-4A8D-A8C6-42C4A9B6BD89}" type="presParOf" srcId="{CA86096E-44E9-4224-91DD-3EFAC17134A2}" destId="{33FCB55D-C88F-4000-97FD-ABD337643F81}" srcOrd="4" destOrd="0" presId="urn:microsoft.com/office/officeart/2005/8/layout/hProcess11"/>
    <dgm:cxn modelId="{C834EF8A-912E-4931-9F34-863B917130F2}" type="presParOf" srcId="{33FCB55D-C88F-4000-97FD-ABD337643F81}" destId="{5984E6A0-66F9-4C27-BA65-2C7F2E55EB0E}" srcOrd="0" destOrd="0" presId="urn:microsoft.com/office/officeart/2005/8/layout/hProcess11"/>
    <dgm:cxn modelId="{D8B45692-7A3A-42A4-A2FF-FBF6CFB5F266}" type="presParOf" srcId="{33FCB55D-C88F-4000-97FD-ABD337643F81}" destId="{5B5D7324-D41F-425C-AB50-93CD81FCB190}" srcOrd="1" destOrd="0" presId="urn:microsoft.com/office/officeart/2005/8/layout/hProcess11"/>
    <dgm:cxn modelId="{D7335F70-B3BB-4CDA-8316-3281DD2F0EB8}" type="presParOf" srcId="{33FCB55D-C88F-4000-97FD-ABD337643F81}" destId="{81C184A7-F223-4B89-84BA-B6B186CF7CD5}" srcOrd="2" destOrd="0" presId="urn:microsoft.com/office/officeart/2005/8/layout/hProcess11"/>
    <dgm:cxn modelId="{8B4DB8AA-8D5D-4FB0-BF82-AD8192018B0B}" type="presParOf" srcId="{CA86096E-44E9-4224-91DD-3EFAC17134A2}" destId="{0CB72E97-E23B-4845-8C96-CFC6590C1C4B}" srcOrd="5" destOrd="0" presId="urn:microsoft.com/office/officeart/2005/8/layout/hProcess11"/>
    <dgm:cxn modelId="{D6478A38-BCE7-483F-A198-094B31BCE700}" type="presParOf" srcId="{CA86096E-44E9-4224-91DD-3EFAC17134A2}" destId="{665DE2E7-388B-4170-AAC8-DE7C48AA1420}" srcOrd="6" destOrd="0" presId="urn:microsoft.com/office/officeart/2005/8/layout/hProcess11"/>
    <dgm:cxn modelId="{4EA80823-0751-4B5A-B030-3EE44C096FA2}" type="presParOf" srcId="{665DE2E7-388B-4170-AAC8-DE7C48AA1420}" destId="{AD07A8BD-633E-49F8-8822-026118B0C079}" srcOrd="0" destOrd="0" presId="urn:microsoft.com/office/officeart/2005/8/layout/hProcess11"/>
    <dgm:cxn modelId="{E4BC0D69-1847-4E41-B4DF-5BBEA2149081}" type="presParOf" srcId="{665DE2E7-388B-4170-AAC8-DE7C48AA1420}" destId="{3D6532C0-E975-4C58-A47D-9AD895A19B1C}" srcOrd="1" destOrd="0" presId="urn:microsoft.com/office/officeart/2005/8/layout/hProcess11"/>
    <dgm:cxn modelId="{F14C0783-46E1-4AEB-AA1C-797000C32CBC}" type="presParOf" srcId="{665DE2E7-388B-4170-AAC8-DE7C48AA1420}" destId="{2C482EDA-8CB9-4F66-B696-FCB86681F1AB}" srcOrd="2" destOrd="0" presId="urn:microsoft.com/office/officeart/2005/8/layout/hProcess11"/>
    <dgm:cxn modelId="{60253C71-1CFA-4DF5-BFAC-07F405DD357A}" type="presParOf" srcId="{CA86096E-44E9-4224-91DD-3EFAC17134A2}" destId="{E32E89FF-A245-450C-932E-8E1B1D450463}" srcOrd="7" destOrd="0" presId="urn:microsoft.com/office/officeart/2005/8/layout/hProcess11"/>
    <dgm:cxn modelId="{A1CC9833-1D0C-4ECC-B0E4-5D04CBA26A5A}" type="presParOf" srcId="{CA86096E-44E9-4224-91DD-3EFAC17134A2}" destId="{9EB767A7-A8ED-46A2-955D-731599005736}" srcOrd="8" destOrd="0" presId="urn:microsoft.com/office/officeart/2005/8/layout/hProcess11"/>
    <dgm:cxn modelId="{17B69ADB-27D7-4103-9DC8-FC2BB4D9DD36}" type="presParOf" srcId="{9EB767A7-A8ED-46A2-955D-731599005736}" destId="{1323F3B7-F3FB-4854-8A1C-24326ED29E92}" srcOrd="0" destOrd="0" presId="urn:microsoft.com/office/officeart/2005/8/layout/hProcess11"/>
    <dgm:cxn modelId="{141F5DE8-074D-49FE-B0B7-E39454618C8D}" type="presParOf" srcId="{9EB767A7-A8ED-46A2-955D-731599005736}" destId="{C0E57B9A-E98B-4258-9513-B8BCB12CC1CA}" srcOrd="1" destOrd="0" presId="urn:microsoft.com/office/officeart/2005/8/layout/hProcess11"/>
    <dgm:cxn modelId="{B1DFB08E-030D-4EB6-9364-245D9FE31E62}" type="presParOf" srcId="{9EB767A7-A8ED-46A2-955D-731599005736}" destId="{AC948E98-1B5F-4B9A-9E99-A2D1E5246BC4}"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66A5556-0D0B-4A7C-82D0-962148DCF1DC}" type="doc">
      <dgm:prSet loTypeId="urn:microsoft.com/office/officeart/2005/8/layout/cycle4" loCatId="relationship" qsTypeId="urn:microsoft.com/office/officeart/2005/8/quickstyle/simple2" qsCatId="simple" csTypeId="urn:microsoft.com/office/officeart/2005/8/colors/accent0_1" csCatId="mainScheme" phldr="1"/>
      <dgm:spPr/>
      <dgm:t>
        <a:bodyPr/>
        <a:lstStyle/>
        <a:p>
          <a:endParaRPr lang="en-US"/>
        </a:p>
      </dgm:t>
    </dgm:pt>
    <dgm:pt modelId="{A4BFA660-27AC-4040-99CF-F1C9C7D000BE}">
      <dgm:prSet/>
      <dgm:spPr/>
      <dgm:t>
        <a:bodyPr/>
        <a:lstStyle/>
        <a:p>
          <a:r>
            <a:rPr lang="en-IN" b="0" i="0">
              <a:latin typeface="Times New Roman" panose="02020603050405020304" pitchFamily="18" charset="0"/>
              <a:cs typeface="Times New Roman" panose="02020603050405020304" pitchFamily="18" charset="0"/>
            </a:rPr>
            <a:t>Successfully creates DFA/NFA.</a:t>
          </a:r>
          <a:endParaRPr lang="en-IN" b="0" i="0" dirty="0">
            <a:latin typeface="Times New Roman" panose="02020603050405020304" pitchFamily="18" charset="0"/>
            <a:cs typeface="Times New Roman" panose="02020603050405020304" pitchFamily="18" charset="0"/>
          </a:endParaRPr>
        </a:p>
      </dgm:t>
    </dgm:pt>
    <dgm:pt modelId="{9705ABC2-4F46-4375-8665-B7FF0F95F98D}" type="parTrans" cxnId="{4CA05269-2261-4B8E-8123-560D5A7EF090}">
      <dgm:prSet/>
      <dgm:spPr/>
      <dgm:t>
        <a:bodyPr/>
        <a:lstStyle/>
        <a:p>
          <a:endParaRPr lang="en-US"/>
        </a:p>
      </dgm:t>
    </dgm:pt>
    <dgm:pt modelId="{B1B15EA6-E972-4C1D-9912-7B1DF9A8FAF6}" type="sibTrans" cxnId="{4CA05269-2261-4B8E-8123-560D5A7EF090}">
      <dgm:prSet/>
      <dgm:spPr/>
      <dgm:t>
        <a:bodyPr/>
        <a:lstStyle/>
        <a:p>
          <a:endParaRPr lang="en-US"/>
        </a:p>
      </dgm:t>
    </dgm:pt>
    <dgm:pt modelId="{830BF6B6-2237-4C12-9FE7-A438E13C83F7}">
      <dgm:prSet/>
      <dgm:spPr/>
      <dgm:t>
        <a:bodyPr/>
        <a:lstStyle/>
        <a:p>
          <a:r>
            <a:rPr lang="en-IN" b="0" i="0">
              <a:latin typeface="Times New Roman" panose="02020603050405020304" pitchFamily="18" charset="0"/>
              <a:cs typeface="Times New Roman" panose="02020603050405020304" pitchFamily="18" charset="0"/>
            </a:rPr>
            <a:t>Visualizes state transitions.</a:t>
          </a:r>
          <a:endParaRPr lang="en-IN" b="0" i="0" dirty="0">
            <a:latin typeface="Times New Roman" panose="02020603050405020304" pitchFamily="18" charset="0"/>
            <a:cs typeface="Times New Roman" panose="02020603050405020304" pitchFamily="18" charset="0"/>
          </a:endParaRPr>
        </a:p>
      </dgm:t>
    </dgm:pt>
    <dgm:pt modelId="{25808FC9-FDE2-4F15-BEAF-BFE476E9AE9F}" type="parTrans" cxnId="{1B1B6C36-A2B8-4CF9-9D76-1291B9A6B189}">
      <dgm:prSet/>
      <dgm:spPr/>
      <dgm:t>
        <a:bodyPr/>
        <a:lstStyle/>
        <a:p>
          <a:endParaRPr lang="en-US"/>
        </a:p>
      </dgm:t>
    </dgm:pt>
    <dgm:pt modelId="{6B9B23C7-10F6-42AB-AE71-3ADDDB410432}" type="sibTrans" cxnId="{1B1B6C36-A2B8-4CF9-9D76-1291B9A6B189}">
      <dgm:prSet/>
      <dgm:spPr/>
      <dgm:t>
        <a:bodyPr/>
        <a:lstStyle/>
        <a:p>
          <a:endParaRPr lang="en-US"/>
        </a:p>
      </dgm:t>
    </dgm:pt>
    <dgm:pt modelId="{E0E680DA-0D66-4572-AE9F-E6F9216F2A2B}">
      <dgm:prSet/>
      <dgm:spPr/>
      <dgm:t>
        <a:bodyPr/>
        <a:lstStyle/>
        <a:p>
          <a:r>
            <a:rPr lang="en-IN" b="0" i="0">
              <a:latin typeface="Times New Roman" panose="02020603050405020304" pitchFamily="18" charset="0"/>
              <a:cs typeface="Times New Roman" panose="02020603050405020304" pitchFamily="18" charset="0"/>
            </a:rPr>
            <a:t>Converts NFA into DFA.</a:t>
          </a:r>
          <a:endParaRPr lang="en-IN" b="0" i="0" dirty="0">
            <a:latin typeface="Times New Roman" panose="02020603050405020304" pitchFamily="18" charset="0"/>
            <a:cs typeface="Times New Roman" panose="02020603050405020304" pitchFamily="18" charset="0"/>
          </a:endParaRPr>
        </a:p>
      </dgm:t>
    </dgm:pt>
    <dgm:pt modelId="{7777F457-52E5-4C2D-B235-8C68C080D21F}" type="parTrans" cxnId="{C9A1565E-BE22-4815-8A51-F9D77E6758CE}">
      <dgm:prSet/>
      <dgm:spPr/>
      <dgm:t>
        <a:bodyPr/>
        <a:lstStyle/>
        <a:p>
          <a:endParaRPr lang="en-US"/>
        </a:p>
      </dgm:t>
    </dgm:pt>
    <dgm:pt modelId="{4DA77D09-189E-45B6-A86B-09F37B8983E1}" type="sibTrans" cxnId="{C9A1565E-BE22-4815-8A51-F9D77E6758CE}">
      <dgm:prSet/>
      <dgm:spPr/>
      <dgm:t>
        <a:bodyPr/>
        <a:lstStyle/>
        <a:p>
          <a:endParaRPr lang="en-US"/>
        </a:p>
      </dgm:t>
    </dgm:pt>
    <dgm:pt modelId="{2F495A27-991E-4ABA-B4FC-2AE4E938738D}">
      <dgm:prSet/>
      <dgm:spPr/>
      <dgm:t>
        <a:bodyPr/>
        <a:lstStyle/>
        <a:p>
          <a:r>
            <a:rPr lang="en-IN" b="0" i="0">
              <a:latin typeface="Times New Roman" panose="02020603050405020304" pitchFamily="18" charset="0"/>
              <a:cs typeface="Times New Roman" panose="02020603050405020304" pitchFamily="18" charset="0"/>
            </a:rPr>
            <a:t>Validates input strings.</a:t>
          </a:r>
          <a:endParaRPr lang="en-IN" b="0" i="0" dirty="0">
            <a:latin typeface="Times New Roman" panose="02020603050405020304" pitchFamily="18" charset="0"/>
            <a:cs typeface="Times New Roman" panose="02020603050405020304" pitchFamily="18" charset="0"/>
          </a:endParaRPr>
        </a:p>
      </dgm:t>
    </dgm:pt>
    <dgm:pt modelId="{8387F5EA-5D63-4258-83D9-7F63E3DF93CA}" type="parTrans" cxnId="{CC08E3F6-57BD-43AC-83B5-6DF5590E9D1A}">
      <dgm:prSet/>
      <dgm:spPr/>
      <dgm:t>
        <a:bodyPr/>
        <a:lstStyle/>
        <a:p>
          <a:endParaRPr lang="en-US"/>
        </a:p>
      </dgm:t>
    </dgm:pt>
    <dgm:pt modelId="{05F98CCC-9085-4AF3-9BCC-D528BE1A58D0}" type="sibTrans" cxnId="{CC08E3F6-57BD-43AC-83B5-6DF5590E9D1A}">
      <dgm:prSet/>
      <dgm:spPr/>
      <dgm:t>
        <a:bodyPr/>
        <a:lstStyle/>
        <a:p>
          <a:endParaRPr lang="en-US"/>
        </a:p>
      </dgm:t>
    </dgm:pt>
    <dgm:pt modelId="{EB45EE38-F4DB-4686-986B-A8A891B0EC29}">
      <dgm:prSet/>
      <dgm:spPr/>
      <dgm:t>
        <a:bodyPr/>
        <a:lstStyle/>
        <a:p>
          <a:endParaRPr lang="en-IN"/>
        </a:p>
      </dgm:t>
    </dgm:pt>
    <dgm:pt modelId="{9E161076-7AC2-4B7C-A274-427183B6E848}" type="parTrans" cxnId="{2E1AAD78-18B3-47AE-8D09-4FF553B9651B}">
      <dgm:prSet/>
      <dgm:spPr/>
      <dgm:t>
        <a:bodyPr/>
        <a:lstStyle/>
        <a:p>
          <a:endParaRPr lang="en-US"/>
        </a:p>
      </dgm:t>
    </dgm:pt>
    <dgm:pt modelId="{2FC5FDF1-AF10-4E99-8497-7BBABC3F8FC5}" type="sibTrans" cxnId="{2E1AAD78-18B3-47AE-8D09-4FF553B9651B}">
      <dgm:prSet/>
      <dgm:spPr/>
      <dgm:t>
        <a:bodyPr/>
        <a:lstStyle/>
        <a:p>
          <a:endParaRPr lang="en-US"/>
        </a:p>
      </dgm:t>
    </dgm:pt>
    <dgm:pt modelId="{F23C7A3F-0A3B-4508-908C-92638EE133D3}" type="pres">
      <dgm:prSet presAssocID="{B66A5556-0D0B-4A7C-82D0-962148DCF1DC}" presName="cycleMatrixDiagram" presStyleCnt="0">
        <dgm:presLayoutVars>
          <dgm:chMax val="1"/>
          <dgm:dir/>
          <dgm:animLvl val="lvl"/>
          <dgm:resizeHandles val="exact"/>
        </dgm:presLayoutVars>
      </dgm:prSet>
      <dgm:spPr/>
    </dgm:pt>
    <dgm:pt modelId="{1AFB33A7-64B6-494C-9E0A-205730C23F30}" type="pres">
      <dgm:prSet presAssocID="{B66A5556-0D0B-4A7C-82D0-962148DCF1DC}" presName="children" presStyleCnt="0"/>
      <dgm:spPr/>
    </dgm:pt>
    <dgm:pt modelId="{26C7FADD-65D9-4D86-B7D8-AC2124E4C3E1}" type="pres">
      <dgm:prSet presAssocID="{B66A5556-0D0B-4A7C-82D0-962148DCF1DC}" presName="childPlaceholder" presStyleCnt="0"/>
      <dgm:spPr/>
    </dgm:pt>
    <dgm:pt modelId="{71C01341-7CF2-4561-B702-2CCE1D0015D9}" type="pres">
      <dgm:prSet presAssocID="{B66A5556-0D0B-4A7C-82D0-962148DCF1DC}" presName="circle" presStyleCnt="0"/>
      <dgm:spPr/>
    </dgm:pt>
    <dgm:pt modelId="{0F3B11AA-765A-49D0-8168-2AACA6478DD8}" type="pres">
      <dgm:prSet presAssocID="{B66A5556-0D0B-4A7C-82D0-962148DCF1DC}" presName="quadrant1" presStyleLbl="node1" presStyleIdx="0" presStyleCnt="4">
        <dgm:presLayoutVars>
          <dgm:chMax val="1"/>
          <dgm:bulletEnabled val="1"/>
        </dgm:presLayoutVars>
      </dgm:prSet>
      <dgm:spPr/>
    </dgm:pt>
    <dgm:pt modelId="{F2CC6BDC-4E70-4353-8063-53AB24F85F52}" type="pres">
      <dgm:prSet presAssocID="{B66A5556-0D0B-4A7C-82D0-962148DCF1DC}" presName="quadrant2" presStyleLbl="node1" presStyleIdx="1" presStyleCnt="4">
        <dgm:presLayoutVars>
          <dgm:chMax val="1"/>
          <dgm:bulletEnabled val="1"/>
        </dgm:presLayoutVars>
      </dgm:prSet>
      <dgm:spPr/>
    </dgm:pt>
    <dgm:pt modelId="{4A9DB665-D8F6-4A58-97CE-0B0FC4A258A7}" type="pres">
      <dgm:prSet presAssocID="{B66A5556-0D0B-4A7C-82D0-962148DCF1DC}" presName="quadrant3" presStyleLbl="node1" presStyleIdx="2" presStyleCnt="4">
        <dgm:presLayoutVars>
          <dgm:chMax val="1"/>
          <dgm:bulletEnabled val="1"/>
        </dgm:presLayoutVars>
      </dgm:prSet>
      <dgm:spPr/>
    </dgm:pt>
    <dgm:pt modelId="{8D9B9F80-BA6E-4F95-9967-68BF3B3CE925}" type="pres">
      <dgm:prSet presAssocID="{B66A5556-0D0B-4A7C-82D0-962148DCF1DC}" presName="quadrant4" presStyleLbl="node1" presStyleIdx="3" presStyleCnt="4">
        <dgm:presLayoutVars>
          <dgm:chMax val="1"/>
          <dgm:bulletEnabled val="1"/>
        </dgm:presLayoutVars>
      </dgm:prSet>
      <dgm:spPr/>
    </dgm:pt>
    <dgm:pt modelId="{086A4BD7-A065-4B57-9DF3-6B1884ECDED6}" type="pres">
      <dgm:prSet presAssocID="{B66A5556-0D0B-4A7C-82D0-962148DCF1DC}" presName="quadrantPlaceholder" presStyleCnt="0"/>
      <dgm:spPr/>
    </dgm:pt>
    <dgm:pt modelId="{AAF81688-DED1-40ED-A2D9-00A9780649BB}" type="pres">
      <dgm:prSet presAssocID="{B66A5556-0D0B-4A7C-82D0-962148DCF1DC}" presName="center1" presStyleLbl="fgShp" presStyleIdx="0" presStyleCnt="2"/>
      <dgm:spPr/>
    </dgm:pt>
    <dgm:pt modelId="{045E4880-410B-4F6F-BAE7-CC875DFCC976}" type="pres">
      <dgm:prSet presAssocID="{B66A5556-0D0B-4A7C-82D0-962148DCF1DC}" presName="center2" presStyleLbl="fgShp" presStyleIdx="1" presStyleCnt="2"/>
      <dgm:spPr/>
    </dgm:pt>
  </dgm:ptLst>
  <dgm:cxnLst>
    <dgm:cxn modelId="{1B1B6C36-A2B8-4CF9-9D76-1291B9A6B189}" srcId="{B66A5556-0D0B-4A7C-82D0-962148DCF1DC}" destId="{830BF6B6-2237-4C12-9FE7-A438E13C83F7}" srcOrd="1" destOrd="0" parTransId="{25808FC9-FDE2-4F15-BEAF-BFE476E9AE9F}" sibTransId="{6B9B23C7-10F6-42AB-AE71-3ADDDB410432}"/>
    <dgm:cxn modelId="{C9A1565E-BE22-4815-8A51-F9D77E6758CE}" srcId="{B66A5556-0D0B-4A7C-82D0-962148DCF1DC}" destId="{E0E680DA-0D66-4572-AE9F-E6F9216F2A2B}" srcOrd="2" destOrd="0" parTransId="{7777F457-52E5-4C2D-B235-8C68C080D21F}" sibTransId="{4DA77D09-189E-45B6-A86B-09F37B8983E1}"/>
    <dgm:cxn modelId="{4CA05269-2261-4B8E-8123-560D5A7EF090}" srcId="{B66A5556-0D0B-4A7C-82D0-962148DCF1DC}" destId="{A4BFA660-27AC-4040-99CF-F1C9C7D000BE}" srcOrd="0" destOrd="0" parTransId="{9705ABC2-4F46-4375-8665-B7FF0F95F98D}" sibTransId="{B1B15EA6-E972-4C1D-9912-7B1DF9A8FAF6}"/>
    <dgm:cxn modelId="{2E1AAD78-18B3-47AE-8D09-4FF553B9651B}" srcId="{B66A5556-0D0B-4A7C-82D0-962148DCF1DC}" destId="{EB45EE38-F4DB-4686-986B-A8A891B0EC29}" srcOrd="4" destOrd="0" parTransId="{9E161076-7AC2-4B7C-A274-427183B6E848}" sibTransId="{2FC5FDF1-AF10-4E99-8497-7BBABC3F8FC5}"/>
    <dgm:cxn modelId="{286E36B8-819F-46B4-BBC7-48BD1B1D65E5}" type="presOf" srcId="{830BF6B6-2237-4C12-9FE7-A438E13C83F7}" destId="{F2CC6BDC-4E70-4353-8063-53AB24F85F52}" srcOrd="0" destOrd="0" presId="urn:microsoft.com/office/officeart/2005/8/layout/cycle4"/>
    <dgm:cxn modelId="{76B613BB-AB07-469B-BAED-80D30C79C11A}" type="presOf" srcId="{A4BFA660-27AC-4040-99CF-F1C9C7D000BE}" destId="{0F3B11AA-765A-49D0-8168-2AACA6478DD8}" srcOrd="0" destOrd="0" presId="urn:microsoft.com/office/officeart/2005/8/layout/cycle4"/>
    <dgm:cxn modelId="{DD630FBD-558D-4EA0-B579-44B348F2049A}" type="presOf" srcId="{B66A5556-0D0B-4A7C-82D0-962148DCF1DC}" destId="{F23C7A3F-0A3B-4508-908C-92638EE133D3}" srcOrd="0" destOrd="0" presId="urn:microsoft.com/office/officeart/2005/8/layout/cycle4"/>
    <dgm:cxn modelId="{0198C5DA-945D-4465-94DB-B26F48589A29}" type="presOf" srcId="{E0E680DA-0D66-4572-AE9F-E6F9216F2A2B}" destId="{4A9DB665-D8F6-4A58-97CE-0B0FC4A258A7}" srcOrd="0" destOrd="0" presId="urn:microsoft.com/office/officeart/2005/8/layout/cycle4"/>
    <dgm:cxn modelId="{CC08E3F6-57BD-43AC-83B5-6DF5590E9D1A}" srcId="{B66A5556-0D0B-4A7C-82D0-962148DCF1DC}" destId="{2F495A27-991E-4ABA-B4FC-2AE4E938738D}" srcOrd="3" destOrd="0" parTransId="{8387F5EA-5D63-4258-83D9-7F63E3DF93CA}" sibTransId="{05F98CCC-9085-4AF3-9BCC-D528BE1A58D0}"/>
    <dgm:cxn modelId="{BA4CC6FC-F957-42D0-8CB7-474144CCB167}" type="presOf" srcId="{2F495A27-991E-4ABA-B4FC-2AE4E938738D}" destId="{8D9B9F80-BA6E-4F95-9967-68BF3B3CE925}" srcOrd="0" destOrd="0" presId="urn:microsoft.com/office/officeart/2005/8/layout/cycle4"/>
    <dgm:cxn modelId="{F127DB3D-68CB-4A03-B08B-C582D618BD97}" type="presParOf" srcId="{F23C7A3F-0A3B-4508-908C-92638EE133D3}" destId="{1AFB33A7-64B6-494C-9E0A-205730C23F30}" srcOrd="0" destOrd="0" presId="urn:microsoft.com/office/officeart/2005/8/layout/cycle4"/>
    <dgm:cxn modelId="{82E78C62-0F65-4FDC-9EC0-9BECFE229FAF}" type="presParOf" srcId="{1AFB33A7-64B6-494C-9E0A-205730C23F30}" destId="{26C7FADD-65D9-4D86-B7D8-AC2124E4C3E1}" srcOrd="0" destOrd="0" presId="urn:microsoft.com/office/officeart/2005/8/layout/cycle4"/>
    <dgm:cxn modelId="{6EA7610C-9291-4C19-A4A8-8992BC3FE9FD}" type="presParOf" srcId="{F23C7A3F-0A3B-4508-908C-92638EE133D3}" destId="{71C01341-7CF2-4561-B702-2CCE1D0015D9}" srcOrd="1" destOrd="0" presId="urn:microsoft.com/office/officeart/2005/8/layout/cycle4"/>
    <dgm:cxn modelId="{351D659A-5B79-499A-8E03-9B03392C96BB}" type="presParOf" srcId="{71C01341-7CF2-4561-B702-2CCE1D0015D9}" destId="{0F3B11AA-765A-49D0-8168-2AACA6478DD8}" srcOrd="0" destOrd="0" presId="urn:microsoft.com/office/officeart/2005/8/layout/cycle4"/>
    <dgm:cxn modelId="{1E7B66CF-5D81-49D0-A7D1-EF898FA3B275}" type="presParOf" srcId="{71C01341-7CF2-4561-B702-2CCE1D0015D9}" destId="{F2CC6BDC-4E70-4353-8063-53AB24F85F52}" srcOrd="1" destOrd="0" presId="urn:microsoft.com/office/officeart/2005/8/layout/cycle4"/>
    <dgm:cxn modelId="{A23D57E2-20E3-4DF0-BD6D-B7BE81F4E7C8}" type="presParOf" srcId="{71C01341-7CF2-4561-B702-2CCE1D0015D9}" destId="{4A9DB665-D8F6-4A58-97CE-0B0FC4A258A7}" srcOrd="2" destOrd="0" presId="urn:microsoft.com/office/officeart/2005/8/layout/cycle4"/>
    <dgm:cxn modelId="{A0562044-F381-4706-9FAD-53435B6570C7}" type="presParOf" srcId="{71C01341-7CF2-4561-B702-2CCE1D0015D9}" destId="{8D9B9F80-BA6E-4F95-9967-68BF3B3CE925}" srcOrd="3" destOrd="0" presId="urn:microsoft.com/office/officeart/2005/8/layout/cycle4"/>
    <dgm:cxn modelId="{961530C4-CCC2-47A5-AD40-B31EAE93328F}" type="presParOf" srcId="{71C01341-7CF2-4561-B702-2CCE1D0015D9}" destId="{086A4BD7-A065-4B57-9DF3-6B1884ECDED6}" srcOrd="4" destOrd="0" presId="urn:microsoft.com/office/officeart/2005/8/layout/cycle4"/>
    <dgm:cxn modelId="{9308662B-74BB-4EF5-91E6-BCC6865702C3}" type="presParOf" srcId="{F23C7A3F-0A3B-4508-908C-92638EE133D3}" destId="{AAF81688-DED1-40ED-A2D9-00A9780649BB}" srcOrd="2" destOrd="0" presId="urn:microsoft.com/office/officeart/2005/8/layout/cycle4"/>
    <dgm:cxn modelId="{F754441C-1663-4AB5-BA1C-15528442D4D8}" type="presParOf" srcId="{F23C7A3F-0A3B-4508-908C-92638EE133D3}" destId="{045E4880-410B-4F6F-BAE7-CC875DFCC976}"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A46A6C-D4EC-4F3C-A028-89A1E624A2B1}">
      <dsp:nvSpPr>
        <dsp:cNvPr id="0" name=""/>
        <dsp:cNvSpPr/>
      </dsp:nvSpPr>
      <dsp:spPr>
        <a:xfrm>
          <a:off x="4365946" y="0"/>
          <a:ext cx="8534102" cy="8534102"/>
        </a:xfrm>
        <a:prstGeom prst="diamond">
          <a:avLst/>
        </a:prstGeom>
        <a:solidFill>
          <a:schemeClr val="dk2">
            <a:tint val="40000"/>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F2C244A9-C17F-48C3-B867-84EB58CFD5C6}">
      <dsp:nvSpPr>
        <dsp:cNvPr id="0" name=""/>
        <dsp:cNvSpPr/>
      </dsp:nvSpPr>
      <dsp:spPr>
        <a:xfrm>
          <a:off x="5176686" y="810739"/>
          <a:ext cx="3328299" cy="3328299"/>
        </a:xfrm>
        <a:prstGeom prst="roundRect">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b="0" i="0" kern="1200">
              <a:latin typeface="Times New Roman" panose="02020603050405020304" pitchFamily="18" charset="0"/>
              <a:cs typeface="Times New Roman" panose="02020603050405020304" pitchFamily="18" charset="0"/>
            </a:rPr>
            <a:t>Finite Automata is an important concept in TOC.</a:t>
          </a:r>
          <a:endParaRPr lang="en-IN" sz="3500" b="0" i="0" kern="1200" dirty="0">
            <a:latin typeface="Times New Roman" panose="02020603050405020304" pitchFamily="18" charset="0"/>
            <a:cs typeface="Times New Roman" panose="02020603050405020304" pitchFamily="18" charset="0"/>
          </a:endParaRPr>
        </a:p>
      </dsp:txBody>
      <dsp:txXfrm>
        <a:off x="5339160" y="973213"/>
        <a:ext cx="3003351" cy="3003351"/>
      </dsp:txXfrm>
    </dsp:sp>
    <dsp:sp modelId="{E16A0789-3742-47B3-9822-06F8A49E7B48}">
      <dsp:nvSpPr>
        <dsp:cNvPr id="0" name=""/>
        <dsp:cNvSpPr/>
      </dsp:nvSpPr>
      <dsp:spPr>
        <a:xfrm>
          <a:off x="8761009" y="810739"/>
          <a:ext cx="3328299" cy="3328299"/>
        </a:xfrm>
        <a:prstGeom prst="roundRect">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GB" sz="3500" b="0" i="0" kern="1200">
              <a:latin typeface="Times New Roman" panose="02020603050405020304" pitchFamily="18" charset="0"/>
              <a:cs typeface="Times New Roman" panose="02020603050405020304" pitchFamily="18" charset="0"/>
            </a:rPr>
            <a:t>Manual simulation becomes difficult for complex inputs.</a:t>
          </a:r>
          <a:endParaRPr lang="en-IN" sz="3500" b="0" i="0" kern="1200" dirty="0">
            <a:latin typeface="Times New Roman" panose="02020603050405020304" pitchFamily="18" charset="0"/>
            <a:cs typeface="Times New Roman" panose="02020603050405020304" pitchFamily="18" charset="0"/>
          </a:endParaRPr>
        </a:p>
      </dsp:txBody>
      <dsp:txXfrm>
        <a:off x="8923483" y="973213"/>
        <a:ext cx="3003351" cy="3003351"/>
      </dsp:txXfrm>
    </dsp:sp>
    <dsp:sp modelId="{4CF34572-32EB-4A30-804C-CD05AC985D41}">
      <dsp:nvSpPr>
        <dsp:cNvPr id="0" name=""/>
        <dsp:cNvSpPr/>
      </dsp:nvSpPr>
      <dsp:spPr>
        <a:xfrm>
          <a:off x="5176686" y="4395062"/>
          <a:ext cx="3328299" cy="3328299"/>
        </a:xfrm>
        <a:prstGeom prst="roundRect">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GB" sz="3500" b="0" i="0" kern="1200">
              <a:latin typeface="Times New Roman" panose="02020603050405020304" pitchFamily="18" charset="0"/>
              <a:cs typeface="Times New Roman" panose="02020603050405020304" pitchFamily="18" charset="0"/>
            </a:rPr>
            <a:t>This project provides an interactive web-based solution.</a:t>
          </a:r>
          <a:endParaRPr lang="en-IN" sz="3500" b="0" i="0" kern="1200" dirty="0">
            <a:latin typeface="Times New Roman" panose="02020603050405020304" pitchFamily="18" charset="0"/>
            <a:cs typeface="Times New Roman" panose="02020603050405020304" pitchFamily="18" charset="0"/>
          </a:endParaRPr>
        </a:p>
      </dsp:txBody>
      <dsp:txXfrm>
        <a:off x="5339160" y="4557536"/>
        <a:ext cx="3003351" cy="3003351"/>
      </dsp:txXfrm>
    </dsp:sp>
    <dsp:sp modelId="{1E4BA8B0-84F9-45DB-81D6-3D0CED3FBEC7}">
      <dsp:nvSpPr>
        <dsp:cNvPr id="0" name=""/>
        <dsp:cNvSpPr/>
      </dsp:nvSpPr>
      <dsp:spPr>
        <a:xfrm>
          <a:off x="8761009" y="4395062"/>
          <a:ext cx="3328299" cy="3328299"/>
        </a:xfrm>
        <a:prstGeom prst="roundRect">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GB" sz="3500" b="0" i="0" kern="1200">
              <a:latin typeface="Times New Roman" panose="02020603050405020304" pitchFamily="18" charset="0"/>
              <a:cs typeface="Times New Roman" panose="02020603050405020304" pitchFamily="18" charset="0"/>
            </a:rPr>
            <a:t>Users can create and visualize DFA and NFA.</a:t>
          </a:r>
          <a:endParaRPr lang="en-IN" sz="3500" b="0" i="0" kern="1200" dirty="0">
            <a:latin typeface="Times New Roman" panose="02020603050405020304" pitchFamily="18" charset="0"/>
            <a:cs typeface="Times New Roman" panose="02020603050405020304" pitchFamily="18" charset="0"/>
          </a:endParaRPr>
        </a:p>
      </dsp:txBody>
      <dsp:txXfrm>
        <a:off x="8923483" y="4557536"/>
        <a:ext cx="3003351" cy="30033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BED10-3E8B-4725-9BCF-9FBACF30EB7A}">
      <dsp:nvSpPr>
        <dsp:cNvPr id="0" name=""/>
        <dsp:cNvSpPr/>
      </dsp:nvSpPr>
      <dsp:spPr>
        <a:xfrm>
          <a:off x="4647648" y="3681"/>
          <a:ext cx="5228605" cy="1609766"/>
        </a:xfrm>
        <a:prstGeom prst="roundRect">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GB" sz="3400" b="0" i="0" kern="1200">
              <a:latin typeface="Times New Roman" panose="02020603050405020304" pitchFamily="18" charset="0"/>
              <a:cs typeface="Times New Roman" panose="02020603050405020304" pitchFamily="18" charset="0"/>
            </a:rPr>
            <a:t>Manual DFA/NFA simulation takes more time.</a:t>
          </a:r>
          <a:endParaRPr lang="en-IN" sz="3400" b="0" i="0" kern="1200" dirty="0">
            <a:latin typeface="Times New Roman" panose="02020603050405020304" pitchFamily="18" charset="0"/>
            <a:cs typeface="Times New Roman" panose="02020603050405020304" pitchFamily="18" charset="0"/>
          </a:endParaRPr>
        </a:p>
      </dsp:txBody>
      <dsp:txXfrm>
        <a:off x="4726230" y="82263"/>
        <a:ext cx="5071441" cy="1452602"/>
      </dsp:txXfrm>
    </dsp:sp>
    <dsp:sp modelId="{CF3E6390-7167-4AD8-9976-990829F24846}">
      <dsp:nvSpPr>
        <dsp:cNvPr id="0" name=""/>
        <dsp:cNvSpPr/>
      </dsp:nvSpPr>
      <dsp:spPr>
        <a:xfrm>
          <a:off x="4647648" y="1693936"/>
          <a:ext cx="5228605" cy="1609766"/>
        </a:xfrm>
        <a:prstGeom prst="roundRect">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GB" sz="3400" b="0" i="0" kern="1200">
              <a:latin typeface="Times New Roman" panose="02020603050405020304" pitchFamily="18" charset="0"/>
              <a:cs typeface="Times New Roman" panose="02020603050405020304" pitchFamily="18" charset="0"/>
            </a:rPr>
            <a:t>Transition errors can occur during manual checking.</a:t>
          </a:r>
          <a:endParaRPr lang="en-IN" sz="3400" b="0" i="0" kern="1200" dirty="0">
            <a:latin typeface="Times New Roman" panose="02020603050405020304" pitchFamily="18" charset="0"/>
            <a:cs typeface="Times New Roman" panose="02020603050405020304" pitchFamily="18" charset="0"/>
          </a:endParaRPr>
        </a:p>
      </dsp:txBody>
      <dsp:txXfrm>
        <a:off x="4726230" y="1772518"/>
        <a:ext cx="5071441" cy="1452602"/>
      </dsp:txXfrm>
    </dsp:sp>
    <dsp:sp modelId="{5827A770-F249-490A-85CE-AFDA2176B859}">
      <dsp:nvSpPr>
        <dsp:cNvPr id="0" name=""/>
        <dsp:cNvSpPr/>
      </dsp:nvSpPr>
      <dsp:spPr>
        <a:xfrm>
          <a:off x="4647648" y="3384191"/>
          <a:ext cx="5228605" cy="1609766"/>
        </a:xfrm>
        <a:prstGeom prst="roundRect">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GB" sz="3400" b="0" i="0" kern="1200">
              <a:latin typeface="Times New Roman" panose="02020603050405020304" pitchFamily="18" charset="0"/>
              <a:cs typeface="Times New Roman" panose="02020603050405020304" pitchFamily="18" charset="0"/>
            </a:rPr>
            <a:t>State diagrams are difficult to manage manually.</a:t>
          </a:r>
          <a:endParaRPr lang="en-IN" sz="3400" b="0" i="0" kern="1200" dirty="0">
            <a:latin typeface="Times New Roman" panose="02020603050405020304" pitchFamily="18" charset="0"/>
            <a:cs typeface="Times New Roman" panose="02020603050405020304" pitchFamily="18" charset="0"/>
          </a:endParaRPr>
        </a:p>
      </dsp:txBody>
      <dsp:txXfrm>
        <a:off x="4726230" y="3462773"/>
        <a:ext cx="5071441" cy="1452602"/>
      </dsp:txXfrm>
    </dsp:sp>
    <dsp:sp modelId="{59D72E55-B541-4158-A84C-D542D6E429D4}">
      <dsp:nvSpPr>
        <dsp:cNvPr id="0" name=""/>
        <dsp:cNvSpPr/>
      </dsp:nvSpPr>
      <dsp:spPr>
        <a:xfrm>
          <a:off x="4647648" y="5074446"/>
          <a:ext cx="5228605" cy="1609766"/>
        </a:xfrm>
        <a:prstGeom prst="roundRect">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GB" sz="3400" b="0" i="0" kern="1200">
              <a:latin typeface="Times New Roman" panose="02020603050405020304" pitchFamily="18" charset="0"/>
              <a:cs typeface="Times New Roman" panose="02020603050405020304" pitchFamily="18" charset="0"/>
            </a:rPr>
            <a:t>Limited support for report generation and analysis history.</a:t>
          </a:r>
          <a:endParaRPr lang="en-IN" sz="3400" b="0" i="0" kern="1200" dirty="0">
            <a:latin typeface="Times New Roman" panose="02020603050405020304" pitchFamily="18" charset="0"/>
            <a:cs typeface="Times New Roman" panose="02020603050405020304" pitchFamily="18" charset="0"/>
          </a:endParaRPr>
        </a:p>
      </dsp:txBody>
      <dsp:txXfrm>
        <a:off x="4726230" y="5153028"/>
        <a:ext cx="5071441" cy="1452602"/>
      </dsp:txXfrm>
    </dsp:sp>
    <dsp:sp modelId="{E92369B9-3F54-4FC5-9CC8-674F1256138D}">
      <dsp:nvSpPr>
        <dsp:cNvPr id="0" name=""/>
        <dsp:cNvSpPr/>
      </dsp:nvSpPr>
      <dsp:spPr>
        <a:xfrm>
          <a:off x="4647648" y="6764700"/>
          <a:ext cx="5228605" cy="1609766"/>
        </a:xfrm>
        <a:prstGeom prst="roundRect">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GB" sz="3400" b="0" i="0" kern="1200">
              <a:latin typeface="Times New Roman" panose="02020603050405020304" pitchFamily="18" charset="0"/>
              <a:cs typeface="Times New Roman" panose="02020603050405020304" pitchFamily="18" charset="0"/>
            </a:rPr>
            <a:t>A simple interactive web simulator is required.</a:t>
          </a:r>
          <a:endParaRPr lang="en-IN" sz="3400" b="0" i="0" kern="1200" dirty="0">
            <a:latin typeface="Times New Roman" panose="02020603050405020304" pitchFamily="18" charset="0"/>
            <a:cs typeface="Times New Roman" panose="02020603050405020304" pitchFamily="18" charset="0"/>
          </a:endParaRPr>
        </a:p>
      </dsp:txBody>
      <dsp:txXfrm>
        <a:off x="4726230" y="6843282"/>
        <a:ext cx="5071441" cy="14526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6E642-212A-46A5-BF34-378BC40F50FF}">
      <dsp:nvSpPr>
        <dsp:cNvPr id="0" name=""/>
        <dsp:cNvSpPr/>
      </dsp:nvSpPr>
      <dsp:spPr>
        <a:xfrm>
          <a:off x="3574019" y="0"/>
          <a:ext cx="8244108" cy="8244108"/>
        </a:xfrm>
        <a:prstGeom prst="triangl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5B9DDA-7647-4E5D-9F18-10DD7D995A97}">
      <dsp:nvSpPr>
        <dsp:cNvPr id="0" name=""/>
        <dsp:cNvSpPr/>
      </dsp:nvSpPr>
      <dsp:spPr>
        <a:xfrm>
          <a:off x="7607531" y="825215"/>
          <a:ext cx="5358670" cy="1172209"/>
        </a:xfrm>
        <a:prstGeom prst="round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b="0" i="0" kern="1200">
              <a:latin typeface="Times New Roman" panose="02020603050405020304" pitchFamily="18" charset="0"/>
              <a:cs typeface="Times New Roman" panose="02020603050405020304" pitchFamily="18" charset="0"/>
            </a:rPr>
            <a:t>Develop a web-based DFA and NFA simulator.</a:t>
          </a:r>
          <a:endParaRPr lang="en-IN" sz="3200" b="0" i="0" kern="1200" dirty="0">
            <a:latin typeface="Times New Roman" panose="02020603050405020304" pitchFamily="18" charset="0"/>
            <a:cs typeface="Times New Roman" panose="02020603050405020304" pitchFamily="18" charset="0"/>
          </a:endParaRPr>
        </a:p>
      </dsp:txBody>
      <dsp:txXfrm>
        <a:off x="7664754" y="882438"/>
        <a:ext cx="5244224" cy="1057763"/>
      </dsp:txXfrm>
    </dsp:sp>
    <dsp:sp modelId="{0EFCB3F6-F3B4-4F09-8D66-00F7E66D146C}">
      <dsp:nvSpPr>
        <dsp:cNvPr id="0" name=""/>
        <dsp:cNvSpPr/>
      </dsp:nvSpPr>
      <dsp:spPr>
        <a:xfrm>
          <a:off x="7607531" y="2143951"/>
          <a:ext cx="5358670" cy="1172209"/>
        </a:xfrm>
        <a:prstGeom prst="round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IN" sz="3200" b="0" i="0" kern="1200">
              <a:latin typeface="Times New Roman" panose="02020603050405020304" pitchFamily="18" charset="0"/>
              <a:cs typeface="Times New Roman" panose="02020603050405020304" pitchFamily="18" charset="0"/>
            </a:rPr>
            <a:t>Provide interactive automata visualization.</a:t>
          </a:r>
          <a:endParaRPr lang="en-IN" sz="3200" b="0" i="0" kern="1200" dirty="0">
            <a:latin typeface="Times New Roman" panose="02020603050405020304" pitchFamily="18" charset="0"/>
            <a:cs typeface="Times New Roman" panose="02020603050405020304" pitchFamily="18" charset="0"/>
          </a:endParaRPr>
        </a:p>
      </dsp:txBody>
      <dsp:txXfrm>
        <a:off x="7664754" y="2201174"/>
        <a:ext cx="5244224" cy="1057763"/>
      </dsp:txXfrm>
    </dsp:sp>
    <dsp:sp modelId="{F7A9573D-6025-4DDC-99DF-E437F3B32B46}">
      <dsp:nvSpPr>
        <dsp:cNvPr id="0" name=""/>
        <dsp:cNvSpPr/>
      </dsp:nvSpPr>
      <dsp:spPr>
        <a:xfrm>
          <a:off x="7607531" y="3462686"/>
          <a:ext cx="5358670" cy="1172209"/>
        </a:xfrm>
        <a:prstGeom prst="round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IN" sz="3200" b="0" i="0" kern="1200">
              <a:latin typeface="Times New Roman" panose="02020603050405020304" pitchFamily="18" charset="0"/>
              <a:cs typeface="Times New Roman" panose="02020603050405020304" pitchFamily="18" charset="0"/>
            </a:rPr>
            <a:t>Validate input strings automatically.</a:t>
          </a:r>
          <a:endParaRPr lang="en-IN" sz="3200" b="0" i="0" kern="1200" dirty="0">
            <a:latin typeface="Times New Roman" panose="02020603050405020304" pitchFamily="18" charset="0"/>
            <a:cs typeface="Times New Roman" panose="02020603050405020304" pitchFamily="18" charset="0"/>
          </a:endParaRPr>
        </a:p>
      </dsp:txBody>
      <dsp:txXfrm>
        <a:off x="7664754" y="3519909"/>
        <a:ext cx="5244224" cy="1057763"/>
      </dsp:txXfrm>
    </dsp:sp>
    <dsp:sp modelId="{547A2916-A5A7-43F5-A8B9-536FE05A4E6B}">
      <dsp:nvSpPr>
        <dsp:cNvPr id="0" name=""/>
        <dsp:cNvSpPr/>
      </dsp:nvSpPr>
      <dsp:spPr>
        <a:xfrm>
          <a:off x="7607531" y="4781421"/>
          <a:ext cx="5358670" cy="1172209"/>
        </a:xfrm>
        <a:prstGeom prst="round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IN" sz="3200" b="0" i="0" kern="1200">
              <a:latin typeface="Times New Roman" panose="02020603050405020304" pitchFamily="18" charset="0"/>
              <a:cs typeface="Times New Roman" panose="02020603050405020304" pitchFamily="18" charset="0"/>
            </a:rPr>
            <a:t>Perform step-by-step state simulation.</a:t>
          </a:r>
          <a:endParaRPr lang="en-IN" sz="3200" b="0" i="0" kern="1200" dirty="0">
            <a:latin typeface="Times New Roman" panose="02020603050405020304" pitchFamily="18" charset="0"/>
            <a:cs typeface="Times New Roman" panose="02020603050405020304" pitchFamily="18" charset="0"/>
          </a:endParaRPr>
        </a:p>
      </dsp:txBody>
      <dsp:txXfrm>
        <a:off x="7664754" y="4838644"/>
        <a:ext cx="5244224" cy="1057763"/>
      </dsp:txXfrm>
    </dsp:sp>
    <dsp:sp modelId="{AFBC5BA7-9144-4CD5-AE8B-D59ADEB39502}">
      <dsp:nvSpPr>
        <dsp:cNvPr id="0" name=""/>
        <dsp:cNvSpPr/>
      </dsp:nvSpPr>
      <dsp:spPr>
        <a:xfrm>
          <a:off x="7607531" y="6100156"/>
          <a:ext cx="5358670" cy="1172209"/>
        </a:xfrm>
        <a:prstGeom prst="round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IN" sz="3200" b="0" i="0" kern="1200">
              <a:latin typeface="Times New Roman" panose="02020603050405020304" pitchFamily="18" charset="0"/>
              <a:cs typeface="Times New Roman" panose="02020603050405020304" pitchFamily="18" charset="0"/>
            </a:rPr>
            <a:t>Convert NFA into equivalent DFA.</a:t>
          </a:r>
          <a:endParaRPr lang="en-IN" sz="3200" b="0" i="0" kern="1200" dirty="0">
            <a:latin typeface="Times New Roman" panose="02020603050405020304" pitchFamily="18" charset="0"/>
            <a:cs typeface="Times New Roman" panose="02020603050405020304" pitchFamily="18" charset="0"/>
          </a:endParaRPr>
        </a:p>
      </dsp:txBody>
      <dsp:txXfrm>
        <a:off x="7664754" y="6157379"/>
        <a:ext cx="5244224" cy="10577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222510-BEEF-4F73-8C4F-43826EBBF905}">
      <dsp:nvSpPr>
        <dsp:cNvPr id="0" name=""/>
        <dsp:cNvSpPr/>
      </dsp:nvSpPr>
      <dsp:spPr>
        <a:xfrm>
          <a:off x="5471046" y="2210"/>
          <a:ext cx="2688932" cy="2688932"/>
        </a:xfrm>
        <a:prstGeom prst="ellipse">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GB" sz="2600" b="0" i="0" kern="1200">
              <a:latin typeface="Times New Roman" panose="02020603050405020304" pitchFamily="18" charset="0"/>
              <a:cs typeface="Times New Roman" panose="02020603050405020304" pitchFamily="18" charset="0"/>
            </a:rPr>
            <a:t>Develop a web-based DFA and NFA simulator.</a:t>
          </a:r>
          <a:endParaRPr lang="en-IN" sz="2600" b="0" i="0" kern="1200" dirty="0">
            <a:latin typeface="Times New Roman" panose="02020603050405020304" pitchFamily="18" charset="0"/>
            <a:cs typeface="Times New Roman" panose="02020603050405020304" pitchFamily="18" charset="0"/>
          </a:endParaRPr>
        </a:p>
      </dsp:txBody>
      <dsp:txXfrm>
        <a:off x="5864831" y="395995"/>
        <a:ext cx="1901362" cy="1901362"/>
      </dsp:txXfrm>
    </dsp:sp>
    <dsp:sp modelId="{D9018FAC-24A7-4E47-A0C4-E3C2520CAC67}">
      <dsp:nvSpPr>
        <dsp:cNvPr id="0" name=""/>
        <dsp:cNvSpPr/>
      </dsp:nvSpPr>
      <dsp:spPr>
        <a:xfrm rot="2160000">
          <a:off x="8074676" y="2066940"/>
          <a:ext cx="713475" cy="907514"/>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095115" y="2185538"/>
        <a:ext cx="499433" cy="544508"/>
      </dsp:txXfrm>
    </dsp:sp>
    <dsp:sp modelId="{E57145F1-4326-4B4B-B544-91B962CD79F5}">
      <dsp:nvSpPr>
        <dsp:cNvPr id="0" name=""/>
        <dsp:cNvSpPr/>
      </dsp:nvSpPr>
      <dsp:spPr>
        <a:xfrm>
          <a:off x="8735522" y="2373990"/>
          <a:ext cx="2688932" cy="2688932"/>
        </a:xfrm>
        <a:prstGeom prst="ellipse">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GB" sz="2600" b="0" i="0" kern="1200">
              <a:latin typeface="Times New Roman" panose="02020603050405020304" pitchFamily="18" charset="0"/>
              <a:cs typeface="Times New Roman" panose="02020603050405020304" pitchFamily="18" charset="0"/>
            </a:rPr>
            <a:t>Create and visualize states and transitions.</a:t>
          </a:r>
          <a:endParaRPr lang="en-IN" sz="2600" b="0" i="0" kern="1200" dirty="0">
            <a:latin typeface="Times New Roman" panose="02020603050405020304" pitchFamily="18" charset="0"/>
            <a:cs typeface="Times New Roman" panose="02020603050405020304" pitchFamily="18" charset="0"/>
          </a:endParaRPr>
        </a:p>
      </dsp:txBody>
      <dsp:txXfrm>
        <a:off x="9129307" y="2767775"/>
        <a:ext cx="1901362" cy="1901362"/>
      </dsp:txXfrm>
    </dsp:sp>
    <dsp:sp modelId="{2AAABD7E-BFA7-4A16-BF15-31CFA9D4E6C1}">
      <dsp:nvSpPr>
        <dsp:cNvPr id="0" name=""/>
        <dsp:cNvSpPr/>
      </dsp:nvSpPr>
      <dsp:spPr>
        <a:xfrm rot="6480000">
          <a:off x="9106031" y="5164305"/>
          <a:ext cx="713475" cy="907514"/>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10800000">
        <a:off x="9246123" y="5244025"/>
        <a:ext cx="499433" cy="544508"/>
      </dsp:txXfrm>
    </dsp:sp>
    <dsp:sp modelId="{F0D17F94-A019-4648-B458-9111AC4248E7}">
      <dsp:nvSpPr>
        <dsp:cNvPr id="0" name=""/>
        <dsp:cNvSpPr/>
      </dsp:nvSpPr>
      <dsp:spPr>
        <a:xfrm>
          <a:off x="7488603" y="6211611"/>
          <a:ext cx="2688932" cy="2688932"/>
        </a:xfrm>
        <a:prstGeom prst="ellipse">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IN" sz="2600" b="0" i="0" kern="1200">
              <a:latin typeface="Times New Roman" panose="02020603050405020304" pitchFamily="18" charset="0"/>
              <a:cs typeface="Times New Roman" panose="02020603050405020304" pitchFamily="18" charset="0"/>
            </a:rPr>
            <a:t>Implement automatic string validation.</a:t>
          </a:r>
          <a:endParaRPr lang="en-IN" sz="2600" b="0" i="0" kern="1200" dirty="0">
            <a:latin typeface="Times New Roman" panose="02020603050405020304" pitchFamily="18" charset="0"/>
            <a:cs typeface="Times New Roman" panose="02020603050405020304" pitchFamily="18" charset="0"/>
          </a:endParaRPr>
        </a:p>
      </dsp:txBody>
      <dsp:txXfrm>
        <a:off x="7882388" y="6605396"/>
        <a:ext cx="1901362" cy="1901362"/>
      </dsp:txXfrm>
    </dsp:sp>
    <dsp:sp modelId="{E4450E17-B5A5-496C-B771-6669B12EF0B3}">
      <dsp:nvSpPr>
        <dsp:cNvPr id="0" name=""/>
        <dsp:cNvSpPr/>
      </dsp:nvSpPr>
      <dsp:spPr>
        <a:xfrm rot="10800000">
          <a:off x="6478967" y="7102320"/>
          <a:ext cx="713475" cy="907514"/>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10800000">
        <a:off x="6693009" y="7283823"/>
        <a:ext cx="499433" cy="544508"/>
      </dsp:txXfrm>
    </dsp:sp>
    <dsp:sp modelId="{4A270763-B127-4FF6-9ED6-6337896D2171}">
      <dsp:nvSpPr>
        <dsp:cNvPr id="0" name=""/>
        <dsp:cNvSpPr/>
      </dsp:nvSpPr>
      <dsp:spPr>
        <a:xfrm>
          <a:off x="3453489" y="6211611"/>
          <a:ext cx="2688932" cy="2688932"/>
        </a:xfrm>
        <a:prstGeom prst="ellipse">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IN" sz="2600" b="0" i="0" kern="1200">
            <a:latin typeface="Times New Roman" panose="02020603050405020304" pitchFamily="18" charset="0"/>
            <a:cs typeface="Times New Roman" panose="02020603050405020304" pitchFamily="18" charset="0"/>
          </a:endParaRPr>
        </a:p>
        <a:p>
          <a:pPr marL="0" lvl="0" indent="0" algn="ctr" defTabSz="1155700">
            <a:lnSpc>
              <a:spcPct val="90000"/>
            </a:lnSpc>
            <a:spcBef>
              <a:spcPct val="0"/>
            </a:spcBef>
            <a:spcAft>
              <a:spcPct val="35000"/>
            </a:spcAft>
            <a:buNone/>
          </a:pPr>
          <a:r>
            <a:rPr lang="en-IN" sz="2600" b="0" i="0" kern="1200">
              <a:latin typeface="Times New Roman" panose="02020603050405020304" pitchFamily="18" charset="0"/>
              <a:cs typeface="Times New Roman" panose="02020603050405020304" pitchFamily="18" charset="0"/>
            </a:rPr>
            <a:t>Provide step-by-step automata simulation.</a:t>
          </a:r>
          <a:endParaRPr lang="en-IN" sz="2600" b="0" i="0" kern="1200" dirty="0">
            <a:latin typeface="Times New Roman" panose="02020603050405020304" pitchFamily="18" charset="0"/>
            <a:cs typeface="Times New Roman" panose="02020603050405020304" pitchFamily="18" charset="0"/>
          </a:endParaRPr>
        </a:p>
      </dsp:txBody>
      <dsp:txXfrm>
        <a:off x="3847274" y="6605396"/>
        <a:ext cx="1901362" cy="1901362"/>
      </dsp:txXfrm>
    </dsp:sp>
    <dsp:sp modelId="{1F0C4E03-21DD-4185-A088-04D9E0F87ADF}">
      <dsp:nvSpPr>
        <dsp:cNvPr id="0" name=""/>
        <dsp:cNvSpPr/>
      </dsp:nvSpPr>
      <dsp:spPr>
        <a:xfrm rot="15120000">
          <a:off x="3823998" y="5202714"/>
          <a:ext cx="713475" cy="907514"/>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10800000">
        <a:off x="3964090" y="5486000"/>
        <a:ext cx="499433" cy="544508"/>
      </dsp:txXfrm>
    </dsp:sp>
    <dsp:sp modelId="{5FBDAD1F-1F91-410F-BE70-F6B71E3871CE}">
      <dsp:nvSpPr>
        <dsp:cNvPr id="0" name=""/>
        <dsp:cNvSpPr/>
      </dsp:nvSpPr>
      <dsp:spPr>
        <a:xfrm>
          <a:off x="2206570" y="2373990"/>
          <a:ext cx="2688932" cy="2688932"/>
        </a:xfrm>
        <a:prstGeom prst="ellipse">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IN" sz="2600" b="0" i="0" kern="1200">
              <a:latin typeface="Times New Roman" panose="02020603050405020304" pitchFamily="18" charset="0"/>
              <a:cs typeface="Times New Roman" panose="02020603050405020304" pitchFamily="18" charset="0"/>
            </a:rPr>
            <a:t>Implement NFA-to-DFA conversion.</a:t>
          </a:r>
          <a:endParaRPr lang="en-IN" sz="2600" b="0" i="0" kern="1200" dirty="0">
            <a:latin typeface="Times New Roman" panose="02020603050405020304" pitchFamily="18" charset="0"/>
            <a:cs typeface="Times New Roman" panose="02020603050405020304" pitchFamily="18" charset="0"/>
          </a:endParaRPr>
        </a:p>
      </dsp:txBody>
      <dsp:txXfrm>
        <a:off x="2600355" y="2767775"/>
        <a:ext cx="1901362" cy="1901362"/>
      </dsp:txXfrm>
    </dsp:sp>
    <dsp:sp modelId="{1D348B0E-B49E-46C7-91C5-E04C04963CA4}">
      <dsp:nvSpPr>
        <dsp:cNvPr id="0" name=""/>
        <dsp:cNvSpPr/>
      </dsp:nvSpPr>
      <dsp:spPr>
        <a:xfrm rot="19440000">
          <a:off x="4810201" y="2090678"/>
          <a:ext cx="713475" cy="907514"/>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830640" y="2335086"/>
        <a:ext cx="499433" cy="54450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A2D1FB-C17C-40AD-B98B-CB1DEB0647B2}">
      <dsp:nvSpPr>
        <dsp:cNvPr id="0" name=""/>
        <dsp:cNvSpPr/>
      </dsp:nvSpPr>
      <dsp:spPr>
        <a:xfrm rot="5400000">
          <a:off x="4900973" y="1682858"/>
          <a:ext cx="1464566" cy="1667357"/>
        </a:xfrm>
        <a:prstGeom prst="bentUpArrow">
          <a:avLst>
            <a:gd name="adj1" fmla="val 32840"/>
            <a:gd name="adj2" fmla="val 25000"/>
            <a:gd name="adj3" fmla="val 35780"/>
          </a:avLst>
        </a:prstGeom>
        <a:solidFill>
          <a:schemeClr val="accent1">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2700" prstMaterial="flat">
          <a:bevelT w="177800" h="254000"/>
          <a:bevelB w="152400"/>
        </a:sp3d>
      </dsp:spPr>
      <dsp:style>
        <a:lnRef idx="0">
          <a:scrgbClr r="0" g="0" b="0"/>
        </a:lnRef>
        <a:fillRef idx="1">
          <a:scrgbClr r="0" g="0" b="0"/>
        </a:fillRef>
        <a:effectRef idx="1">
          <a:scrgbClr r="0" g="0" b="0"/>
        </a:effectRef>
        <a:fontRef idx="minor"/>
      </dsp:style>
    </dsp:sp>
    <dsp:sp modelId="{2DC41367-FF6F-4052-A167-E93790300CE5}">
      <dsp:nvSpPr>
        <dsp:cNvPr id="0" name=""/>
        <dsp:cNvSpPr/>
      </dsp:nvSpPr>
      <dsp:spPr>
        <a:xfrm>
          <a:off x="4512952" y="59357"/>
          <a:ext cx="2465468" cy="1725747"/>
        </a:xfrm>
        <a:prstGeom prst="roundRect">
          <a:avLst>
            <a:gd name="adj" fmla="val 1667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IN" sz="3400" b="0" i="0" kern="1200">
              <a:latin typeface="Times New Roman" panose="02020603050405020304" pitchFamily="18" charset="0"/>
              <a:cs typeface="Times New Roman" panose="02020603050405020304" pitchFamily="18" charset="0"/>
            </a:rPr>
            <a:t>Create DFA / NFA</a:t>
          </a:r>
          <a:endParaRPr lang="en-IN" sz="3400" b="0" i="0" kern="1200" dirty="0">
            <a:latin typeface="Times New Roman" panose="02020603050405020304" pitchFamily="18" charset="0"/>
            <a:cs typeface="Times New Roman" panose="02020603050405020304" pitchFamily="18" charset="0"/>
          </a:endParaRPr>
        </a:p>
      </dsp:txBody>
      <dsp:txXfrm>
        <a:off x="4597211" y="143616"/>
        <a:ext cx="2296950" cy="1557229"/>
      </dsp:txXfrm>
    </dsp:sp>
    <dsp:sp modelId="{95A2B05C-3153-4FA1-90DA-66865DE54214}">
      <dsp:nvSpPr>
        <dsp:cNvPr id="0" name=""/>
        <dsp:cNvSpPr/>
      </dsp:nvSpPr>
      <dsp:spPr>
        <a:xfrm>
          <a:off x="6978420" y="223946"/>
          <a:ext cx="1793146" cy="1394825"/>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57D8936-1F67-4FF0-BA69-533D3B01D02D}">
      <dsp:nvSpPr>
        <dsp:cNvPr id="0" name=""/>
        <dsp:cNvSpPr/>
      </dsp:nvSpPr>
      <dsp:spPr>
        <a:xfrm rot="5400000">
          <a:off x="6945108" y="3621442"/>
          <a:ext cx="1464566" cy="1667357"/>
        </a:xfrm>
        <a:prstGeom prst="bentUpArrow">
          <a:avLst>
            <a:gd name="adj1" fmla="val 32840"/>
            <a:gd name="adj2" fmla="val 25000"/>
            <a:gd name="adj3" fmla="val 35780"/>
          </a:avLst>
        </a:prstGeom>
        <a:solidFill>
          <a:schemeClr val="accent1">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2700" prstMaterial="flat">
          <a:bevelT w="177800" h="254000"/>
          <a:bevelB w="152400"/>
        </a:sp3d>
      </dsp:spPr>
      <dsp:style>
        <a:lnRef idx="0">
          <a:scrgbClr r="0" g="0" b="0"/>
        </a:lnRef>
        <a:fillRef idx="1">
          <a:scrgbClr r="0" g="0" b="0"/>
        </a:fillRef>
        <a:effectRef idx="1">
          <a:scrgbClr r="0" g="0" b="0"/>
        </a:effectRef>
        <a:fontRef idx="minor"/>
      </dsp:style>
    </dsp:sp>
    <dsp:sp modelId="{48AF7919-56B0-4093-8CDF-E874F6070962}">
      <dsp:nvSpPr>
        <dsp:cNvPr id="0" name=""/>
        <dsp:cNvSpPr/>
      </dsp:nvSpPr>
      <dsp:spPr>
        <a:xfrm>
          <a:off x="6557087" y="1997941"/>
          <a:ext cx="2465468" cy="1725747"/>
        </a:xfrm>
        <a:prstGeom prst="roundRect">
          <a:avLst>
            <a:gd name="adj" fmla="val 1667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IN" sz="3400" b="0" i="0" kern="1200">
              <a:latin typeface="Times New Roman" panose="02020603050405020304" pitchFamily="18" charset="0"/>
              <a:cs typeface="Times New Roman" panose="02020603050405020304" pitchFamily="18" charset="0"/>
            </a:rPr>
            <a:t>Define States &amp; Transitions</a:t>
          </a:r>
          <a:endParaRPr lang="en-IN" sz="3400" b="0" i="0" kern="1200" dirty="0">
            <a:latin typeface="Times New Roman" panose="02020603050405020304" pitchFamily="18" charset="0"/>
            <a:cs typeface="Times New Roman" panose="02020603050405020304" pitchFamily="18" charset="0"/>
          </a:endParaRPr>
        </a:p>
      </dsp:txBody>
      <dsp:txXfrm>
        <a:off x="6641346" y="2082200"/>
        <a:ext cx="2296950" cy="1557229"/>
      </dsp:txXfrm>
    </dsp:sp>
    <dsp:sp modelId="{D15BBE4B-0ABB-4C56-B1DF-11650E467395}">
      <dsp:nvSpPr>
        <dsp:cNvPr id="0" name=""/>
        <dsp:cNvSpPr/>
      </dsp:nvSpPr>
      <dsp:spPr>
        <a:xfrm>
          <a:off x="9022555" y="2162530"/>
          <a:ext cx="1793146" cy="1394825"/>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CC2855-FF72-4ADC-BBA5-7CFE9D1A6C23}">
      <dsp:nvSpPr>
        <dsp:cNvPr id="0" name=""/>
        <dsp:cNvSpPr/>
      </dsp:nvSpPr>
      <dsp:spPr>
        <a:xfrm rot="5400000">
          <a:off x="8989243" y="5560026"/>
          <a:ext cx="1464566" cy="1667357"/>
        </a:xfrm>
        <a:prstGeom prst="bentUpArrow">
          <a:avLst>
            <a:gd name="adj1" fmla="val 32840"/>
            <a:gd name="adj2" fmla="val 25000"/>
            <a:gd name="adj3" fmla="val 35780"/>
          </a:avLst>
        </a:prstGeom>
        <a:solidFill>
          <a:schemeClr val="accent1">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2700" prstMaterial="flat">
          <a:bevelT w="177800" h="254000"/>
          <a:bevelB w="152400"/>
        </a:sp3d>
      </dsp:spPr>
      <dsp:style>
        <a:lnRef idx="0">
          <a:scrgbClr r="0" g="0" b="0"/>
        </a:lnRef>
        <a:fillRef idx="1">
          <a:scrgbClr r="0" g="0" b="0"/>
        </a:fillRef>
        <a:effectRef idx="1">
          <a:scrgbClr r="0" g="0" b="0"/>
        </a:effectRef>
        <a:fontRef idx="minor"/>
      </dsp:style>
    </dsp:sp>
    <dsp:sp modelId="{9DD58C77-1CEF-4DB5-AA47-1D7A5FCFDE83}">
      <dsp:nvSpPr>
        <dsp:cNvPr id="0" name=""/>
        <dsp:cNvSpPr/>
      </dsp:nvSpPr>
      <dsp:spPr>
        <a:xfrm>
          <a:off x="8601222" y="3936525"/>
          <a:ext cx="2465468" cy="1725747"/>
        </a:xfrm>
        <a:prstGeom prst="roundRect">
          <a:avLst>
            <a:gd name="adj" fmla="val 1667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IN" sz="3400" b="0" i="0" kern="1200">
              <a:latin typeface="Times New Roman" panose="02020603050405020304" pitchFamily="18" charset="0"/>
              <a:cs typeface="Times New Roman" panose="02020603050405020304" pitchFamily="18" charset="0"/>
            </a:rPr>
            <a:t>Enter Input String</a:t>
          </a:r>
          <a:endParaRPr lang="en-IN" sz="3400" b="0" i="0" kern="1200" dirty="0">
            <a:latin typeface="Times New Roman" panose="02020603050405020304" pitchFamily="18" charset="0"/>
            <a:cs typeface="Times New Roman" panose="02020603050405020304" pitchFamily="18" charset="0"/>
          </a:endParaRPr>
        </a:p>
      </dsp:txBody>
      <dsp:txXfrm>
        <a:off x="8685481" y="4020784"/>
        <a:ext cx="2296950" cy="1557229"/>
      </dsp:txXfrm>
    </dsp:sp>
    <dsp:sp modelId="{CE50687C-3666-43EA-8133-FD026C6FCB3B}">
      <dsp:nvSpPr>
        <dsp:cNvPr id="0" name=""/>
        <dsp:cNvSpPr/>
      </dsp:nvSpPr>
      <dsp:spPr>
        <a:xfrm>
          <a:off x="11066690" y="4101114"/>
          <a:ext cx="1793146" cy="1394825"/>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D0A41CE-ACD6-492F-96E2-535C51616D1C}">
      <dsp:nvSpPr>
        <dsp:cNvPr id="0" name=""/>
        <dsp:cNvSpPr/>
      </dsp:nvSpPr>
      <dsp:spPr>
        <a:xfrm rot="5400000">
          <a:off x="11033378" y="7498610"/>
          <a:ext cx="1464566" cy="1667357"/>
        </a:xfrm>
        <a:prstGeom prst="bentUpArrow">
          <a:avLst>
            <a:gd name="adj1" fmla="val 32840"/>
            <a:gd name="adj2" fmla="val 25000"/>
            <a:gd name="adj3" fmla="val 35780"/>
          </a:avLst>
        </a:prstGeom>
        <a:solidFill>
          <a:schemeClr val="accent1">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2700" prstMaterial="flat">
          <a:bevelT w="177800" h="254000"/>
          <a:bevelB w="152400"/>
        </a:sp3d>
      </dsp:spPr>
      <dsp:style>
        <a:lnRef idx="0">
          <a:scrgbClr r="0" g="0" b="0"/>
        </a:lnRef>
        <a:fillRef idx="1">
          <a:scrgbClr r="0" g="0" b="0"/>
        </a:fillRef>
        <a:effectRef idx="1">
          <a:scrgbClr r="0" g="0" b="0"/>
        </a:effectRef>
        <a:fontRef idx="minor"/>
      </dsp:style>
    </dsp:sp>
    <dsp:sp modelId="{076AFAE2-7DDD-45F3-93E8-089DAEEDA845}">
      <dsp:nvSpPr>
        <dsp:cNvPr id="0" name=""/>
        <dsp:cNvSpPr/>
      </dsp:nvSpPr>
      <dsp:spPr>
        <a:xfrm>
          <a:off x="10645357" y="5875109"/>
          <a:ext cx="2465468" cy="1725747"/>
        </a:xfrm>
        <a:prstGeom prst="roundRect">
          <a:avLst>
            <a:gd name="adj" fmla="val 1667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IN" sz="3400" b="0" i="0" kern="1200">
              <a:latin typeface="Times New Roman" panose="02020603050405020304" pitchFamily="18" charset="0"/>
              <a:cs typeface="Times New Roman" panose="02020603050405020304" pitchFamily="18" charset="0"/>
            </a:rPr>
            <a:t>Simulate &amp; Validate String</a:t>
          </a:r>
          <a:r>
            <a:rPr lang="en-GB" sz="3400" b="0" i="0" kern="1200">
              <a:latin typeface="Times New Roman" panose="02020603050405020304" pitchFamily="18" charset="0"/>
              <a:cs typeface="Times New Roman" panose="02020603050405020304" pitchFamily="18" charset="0"/>
            </a:rPr>
            <a:t>.</a:t>
          </a:r>
          <a:endParaRPr lang="en-IN" sz="3400" b="0" i="0" kern="1200" dirty="0">
            <a:latin typeface="Times New Roman" panose="02020603050405020304" pitchFamily="18" charset="0"/>
            <a:cs typeface="Times New Roman" panose="02020603050405020304" pitchFamily="18" charset="0"/>
          </a:endParaRPr>
        </a:p>
      </dsp:txBody>
      <dsp:txXfrm>
        <a:off x="10729616" y="5959368"/>
        <a:ext cx="2296950" cy="1557229"/>
      </dsp:txXfrm>
    </dsp:sp>
    <dsp:sp modelId="{4C8FEF8F-918F-461A-A78A-8F481A7835A9}">
      <dsp:nvSpPr>
        <dsp:cNvPr id="0" name=""/>
        <dsp:cNvSpPr/>
      </dsp:nvSpPr>
      <dsp:spPr>
        <a:xfrm>
          <a:off x="13110825" y="6039698"/>
          <a:ext cx="1793146" cy="1394825"/>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29047C5-A9B2-437E-8368-A142E64644BB}">
      <dsp:nvSpPr>
        <dsp:cNvPr id="0" name=""/>
        <dsp:cNvSpPr/>
      </dsp:nvSpPr>
      <dsp:spPr>
        <a:xfrm>
          <a:off x="12689492" y="7813693"/>
          <a:ext cx="2465468" cy="1725747"/>
        </a:xfrm>
        <a:prstGeom prst="roundRect">
          <a:avLst>
            <a:gd name="adj" fmla="val 1667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IN" sz="3400" b="0" i="0" kern="1200">
              <a:latin typeface="Times New Roman" panose="02020603050405020304" pitchFamily="18" charset="0"/>
              <a:cs typeface="Times New Roman" panose="02020603050405020304" pitchFamily="18" charset="0"/>
            </a:rPr>
            <a:t>Display &amp; Store Result</a:t>
          </a:r>
          <a:endParaRPr lang="en-IN" sz="3400" b="0" i="0" kern="1200" dirty="0">
            <a:latin typeface="Times New Roman" panose="02020603050405020304" pitchFamily="18" charset="0"/>
            <a:cs typeface="Times New Roman" panose="02020603050405020304" pitchFamily="18" charset="0"/>
          </a:endParaRPr>
        </a:p>
      </dsp:txBody>
      <dsp:txXfrm>
        <a:off x="12773751" y="7897952"/>
        <a:ext cx="2296950" cy="155722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9D8160-0909-4BD1-8BCD-A8D54214637C}">
      <dsp:nvSpPr>
        <dsp:cNvPr id="0" name=""/>
        <dsp:cNvSpPr/>
      </dsp:nvSpPr>
      <dsp:spPr>
        <a:xfrm>
          <a:off x="0" y="1236775"/>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IN" sz="4400" b="0" i="0" kern="1200">
              <a:latin typeface="Times New Roman" panose="02020603050405020304" pitchFamily="18" charset="0"/>
              <a:cs typeface="Times New Roman" panose="02020603050405020304" pitchFamily="18" charset="0"/>
            </a:rPr>
            <a:t>Create DFA and NFA.</a:t>
          </a:r>
          <a:endParaRPr lang="en-IN" sz="4400" b="0" i="0" kern="1200" dirty="0">
            <a:latin typeface="Times New Roman" panose="02020603050405020304" pitchFamily="18" charset="0"/>
            <a:cs typeface="Times New Roman" panose="02020603050405020304" pitchFamily="18" charset="0"/>
          </a:endParaRPr>
        </a:p>
      </dsp:txBody>
      <dsp:txXfrm>
        <a:off x="0" y="1236775"/>
        <a:ext cx="3875478" cy="2325287"/>
      </dsp:txXfrm>
    </dsp:sp>
    <dsp:sp modelId="{0397DE31-8B1D-4CB9-9EE7-903D4E3045CD}">
      <dsp:nvSpPr>
        <dsp:cNvPr id="0" name=""/>
        <dsp:cNvSpPr/>
      </dsp:nvSpPr>
      <dsp:spPr>
        <a:xfrm>
          <a:off x="4263026" y="1236775"/>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IN" sz="4400" b="0" i="0" kern="1200">
              <a:latin typeface="Times New Roman" panose="02020603050405020304" pitchFamily="18" charset="0"/>
              <a:cs typeface="Times New Roman" panose="02020603050405020304" pitchFamily="18" charset="0"/>
            </a:rPr>
            <a:t>Add and delete states.</a:t>
          </a:r>
          <a:endParaRPr lang="en-IN" sz="4400" b="0" i="0" kern="1200" dirty="0">
            <a:latin typeface="Times New Roman" panose="02020603050405020304" pitchFamily="18" charset="0"/>
            <a:cs typeface="Times New Roman" panose="02020603050405020304" pitchFamily="18" charset="0"/>
          </a:endParaRPr>
        </a:p>
      </dsp:txBody>
      <dsp:txXfrm>
        <a:off x="4263026" y="1236775"/>
        <a:ext cx="3875478" cy="2325287"/>
      </dsp:txXfrm>
    </dsp:sp>
    <dsp:sp modelId="{35DE2A4C-577F-42BC-A3B4-37020E2BF4B1}">
      <dsp:nvSpPr>
        <dsp:cNvPr id="0" name=""/>
        <dsp:cNvSpPr/>
      </dsp:nvSpPr>
      <dsp:spPr>
        <a:xfrm>
          <a:off x="8526052" y="1236775"/>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IN" sz="4400" b="0" i="0" kern="1200">
              <a:latin typeface="Times New Roman" panose="02020603050405020304" pitchFamily="18" charset="0"/>
              <a:cs typeface="Times New Roman" panose="02020603050405020304" pitchFamily="18" charset="0"/>
            </a:rPr>
            <a:t>Define input alphabets.</a:t>
          </a:r>
          <a:endParaRPr lang="en-IN" sz="4400" b="0" i="0" kern="1200" dirty="0">
            <a:latin typeface="Times New Roman" panose="02020603050405020304" pitchFamily="18" charset="0"/>
            <a:cs typeface="Times New Roman" panose="02020603050405020304" pitchFamily="18" charset="0"/>
          </a:endParaRPr>
        </a:p>
      </dsp:txBody>
      <dsp:txXfrm>
        <a:off x="8526052" y="1236775"/>
        <a:ext cx="3875478" cy="2325287"/>
      </dsp:txXfrm>
    </dsp:sp>
    <dsp:sp modelId="{5D6882B7-990F-4893-B963-AA379E7C32C4}">
      <dsp:nvSpPr>
        <dsp:cNvPr id="0" name=""/>
        <dsp:cNvSpPr/>
      </dsp:nvSpPr>
      <dsp:spPr>
        <a:xfrm>
          <a:off x="2131513" y="3949610"/>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GB" sz="4400" b="0" i="0" kern="1200">
              <a:latin typeface="Times New Roman" panose="02020603050405020304" pitchFamily="18" charset="0"/>
              <a:cs typeface="Times New Roman" panose="02020603050405020304" pitchFamily="18" charset="0"/>
            </a:rPr>
            <a:t>Select initial and final states.</a:t>
          </a:r>
          <a:endParaRPr lang="en-IN" sz="4400" b="0" i="0" kern="1200">
            <a:latin typeface="Times New Roman" panose="02020603050405020304" pitchFamily="18" charset="0"/>
            <a:cs typeface="Times New Roman" panose="02020603050405020304" pitchFamily="18" charset="0"/>
          </a:endParaRPr>
        </a:p>
        <a:p>
          <a:pPr marL="0" lvl="0" indent="0" algn="ctr" defTabSz="1955800">
            <a:lnSpc>
              <a:spcPct val="90000"/>
            </a:lnSpc>
            <a:spcBef>
              <a:spcPct val="0"/>
            </a:spcBef>
            <a:spcAft>
              <a:spcPct val="35000"/>
            </a:spcAft>
            <a:buNone/>
          </a:pPr>
          <a:endParaRPr lang="en-IN" sz="4400" b="0" i="0" kern="1200" dirty="0">
            <a:latin typeface="Times New Roman" panose="02020603050405020304" pitchFamily="18" charset="0"/>
            <a:cs typeface="Times New Roman" panose="02020603050405020304" pitchFamily="18" charset="0"/>
          </a:endParaRPr>
        </a:p>
      </dsp:txBody>
      <dsp:txXfrm>
        <a:off x="2131513" y="3949610"/>
        <a:ext cx="3875478" cy="2325287"/>
      </dsp:txXfrm>
    </dsp:sp>
    <dsp:sp modelId="{5B7AAF4D-7975-4789-8508-C8B4A20B3719}">
      <dsp:nvSpPr>
        <dsp:cNvPr id="0" name=""/>
        <dsp:cNvSpPr/>
      </dsp:nvSpPr>
      <dsp:spPr>
        <a:xfrm>
          <a:off x="6394539" y="3949610"/>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IN" sz="4400" b="0" i="0" kern="1200">
              <a:latin typeface="Times New Roman" panose="02020603050405020304" pitchFamily="18" charset="0"/>
              <a:cs typeface="Times New Roman" panose="02020603050405020304" pitchFamily="18" charset="0"/>
            </a:rPr>
            <a:t>Create and manage transitions.</a:t>
          </a:r>
          <a:endParaRPr lang="en-IN" sz="4400" b="0" i="0" kern="1200" dirty="0">
            <a:latin typeface="Times New Roman" panose="02020603050405020304" pitchFamily="18" charset="0"/>
            <a:cs typeface="Times New Roman" panose="02020603050405020304" pitchFamily="18" charset="0"/>
          </a:endParaRPr>
        </a:p>
      </dsp:txBody>
      <dsp:txXfrm>
        <a:off x="6394539" y="3949610"/>
        <a:ext cx="3875478" cy="232528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327767-1A34-4E28-B79C-D0CFDB112C7B}">
      <dsp:nvSpPr>
        <dsp:cNvPr id="0" name=""/>
        <dsp:cNvSpPr/>
      </dsp:nvSpPr>
      <dsp:spPr>
        <a:xfrm>
          <a:off x="926789" y="0"/>
          <a:ext cx="3808000" cy="3807991"/>
        </a:xfrm>
        <a:prstGeom prst="ellipse">
          <a:avLst/>
        </a:prstGeom>
        <a:solidFill>
          <a:schemeClr val="accent1">
            <a:shade val="80000"/>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IN" sz="4000" b="0" i="0" kern="1200">
              <a:latin typeface="Times New Roman" panose="02020603050405020304" pitchFamily="18" charset="0"/>
              <a:cs typeface="Times New Roman" panose="02020603050405020304" pitchFamily="18" charset="0"/>
            </a:rPr>
            <a:t>Interactive state diagram.</a:t>
          </a:r>
          <a:endParaRPr lang="en-IN" sz="4000" b="0" i="0" kern="1200" dirty="0">
            <a:latin typeface="Times New Roman" panose="02020603050405020304" pitchFamily="18" charset="0"/>
            <a:cs typeface="Times New Roman" panose="02020603050405020304" pitchFamily="18" charset="0"/>
          </a:endParaRPr>
        </a:p>
      </dsp:txBody>
      <dsp:txXfrm>
        <a:off x="1484458" y="557667"/>
        <a:ext cx="2692662" cy="2692657"/>
      </dsp:txXfrm>
    </dsp:sp>
    <dsp:sp modelId="{3B3BE7DA-AB7E-4496-98EC-5B84DBED84FD}">
      <dsp:nvSpPr>
        <dsp:cNvPr id="0" name=""/>
        <dsp:cNvSpPr/>
      </dsp:nvSpPr>
      <dsp:spPr>
        <a:xfrm>
          <a:off x="2904801" y="2539718"/>
          <a:ext cx="3808000" cy="3807991"/>
        </a:xfrm>
        <a:prstGeom prst="ellipse">
          <a:avLst/>
        </a:prstGeom>
        <a:solidFill>
          <a:schemeClr val="accent1">
            <a:shade val="80000"/>
            <a:alpha val="50000"/>
            <a:hueOff val="322189"/>
            <a:satOff val="0"/>
            <a:lumOff val="1658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IN" sz="4000" b="0" i="0" kern="1200">
              <a:latin typeface="Times New Roman" panose="02020603050405020304" pitchFamily="18" charset="0"/>
              <a:cs typeface="Times New Roman" panose="02020603050405020304" pitchFamily="18" charset="0"/>
            </a:rPr>
            <a:t>Final states shown separately.</a:t>
          </a:r>
          <a:endParaRPr lang="en-IN" sz="4000" b="0" i="0" kern="1200" dirty="0">
            <a:latin typeface="Times New Roman" panose="02020603050405020304" pitchFamily="18" charset="0"/>
            <a:cs typeface="Times New Roman" panose="02020603050405020304" pitchFamily="18" charset="0"/>
          </a:endParaRPr>
        </a:p>
      </dsp:txBody>
      <dsp:txXfrm>
        <a:off x="3462470" y="3097385"/>
        <a:ext cx="2692662" cy="2692657"/>
      </dsp:txXfrm>
    </dsp:sp>
    <dsp:sp modelId="{3710C511-9DA8-4B92-A8C6-65C6C04A7F70}">
      <dsp:nvSpPr>
        <dsp:cNvPr id="0" name=""/>
        <dsp:cNvSpPr/>
      </dsp:nvSpPr>
      <dsp:spPr>
        <a:xfrm>
          <a:off x="4844222" y="0"/>
          <a:ext cx="3808000" cy="3807991"/>
        </a:xfrm>
        <a:prstGeom prst="ellipse">
          <a:avLst/>
        </a:prstGeom>
        <a:solidFill>
          <a:schemeClr val="accent1">
            <a:shade val="80000"/>
            <a:alpha val="50000"/>
            <a:hueOff val="644379"/>
            <a:satOff val="0"/>
            <a:lumOff val="33161"/>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IN" sz="4000" b="0" i="0" kern="1200">
              <a:latin typeface="Times New Roman" panose="02020603050405020304" pitchFamily="18" charset="0"/>
              <a:cs typeface="Times New Roman" panose="02020603050405020304" pitchFamily="18" charset="0"/>
            </a:rPr>
            <a:t>States represented using circles.</a:t>
          </a:r>
          <a:endParaRPr lang="en-IN" sz="4000" b="0" i="0" kern="1200" dirty="0">
            <a:latin typeface="Times New Roman" panose="02020603050405020304" pitchFamily="18" charset="0"/>
            <a:cs typeface="Times New Roman" panose="02020603050405020304" pitchFamily="18" charset="0"/>
          </a:endParaRPr>
        </a:p>
      </dsp:txBody>
      <dsp:txXfrm>
        <a:off x="5401891" y="557667"/>
        <a:ext cx="2692662" cy="2692657"/>
      </dsp:txXfrm>
    </dsp:sp>
    <dsp:sp modelId="{079CB63F-F553-4524-A5A9-1A3896CF422A}">
      <dsp:nvSpPr>
        <dsp:cNvPr id="0" name=""/>
        <dsp:cNvSpPr/>
      </dsp:nvSpPr>
      <dsp:spPr>
        <a:xfrm>
          <a:off x="6802355" y="2539718"/>
          <a:ext cx="3808000" cy="3807991"/>
        </a:xfrm>
        <a:prstGeom prst="ellipse">
          <a:avLst/>
        </a:prstGeom>
        <a:solidFill>
          <a:schemeClr val="accent1">
            <a:shade val="80000"/>
            <a:alpha val="50000"/>
            <a:hueOff val="644379"/>
            <a:satOff val="0"/>
            <a:lumOff val="33161"/>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IN" sz="4000" b="0" i="0" kern="1200">
              <a:latin typeface="Times New Roman" panose="02020603050405020304" pitchFamily="18" charset="0"/>
              <a:cs typeface="Times New Roman" panose="02020603050405020304" pitchFamily="18" charset="0"/>
            </a:rPr>
            <a:t>Dynamic diagram updates.</a:t>
          </a:r>
          <a:endParaRPr lang="en-IN" sz="4000" b="0" i="0" kern="1200" dirty="0">
            <a:latin typeface="Times New Roman" panose="02020603050405020304" pitchFamily="18" charset="0"/>
            <a:cs typeface="Times New Roman" panose="02020603050405020304" pitchFamily="18" charset="0"/>
          </a:endParaRPr>
        </a:p>
      </dsp:txBody>
      <dsp:txXfrm>
        <a:off x="7360024" y="3097385"/>
        <a:ext cx="2692662" cy="2692657"/>
      </dsp:txXfrm>
    </dsp:sp>
    <dsp:sp modelId="{4B268FA5-9D39-4429-9CE1-03F319119903}">
      <dsp:nvSpPr>
        <dsp:cNvPr id="0" name=""/>
        <dsp:cNvSpPr/>
      </dsp:nvSpPr>
      <dsp:spPr>
        <a:xfrm>
          <a:off x="8760489" y="0"/>
          <a:ext cx="3808000" cy="3807991"/>
        </a:xfrm>
        <a:prstGeom prst="ellipse">
          <a:avLst/>
        </a:prstGeom>
        <a:solidFill>
          <a:schemeClr val="accent1">
            <a:shade val="80000"/>
            <a:alpha val="50000"/>
            <a:hueOff val="322189"/>
            <a:satOff val="0"/>
            <a:lumOff val="1658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IN" sz="4000" b="0" i="0" kern="1200">
              <a:latin typeface="Times New Roman" panose="02020603050405020304" pitchFamily="18" charset="0"/>
              <a:cs typeface="Times New Roman" panose="02020603050405020304" pitchFamily="18" charset="0"/>
            </a:rPr>
            <a:t>Directed transition arrows.</a:t>
          </a:r>
          <a:endParaRPr lang="en-IN" sz="4000" b="0" i="0" kern="1200" dirty="0">
            <a:latin typeface="Times New Roman" panose="02020603050405020304" pitchFamily="18" charset="0"/>
            <a:cs typeface="Times New Roman" panose="02020603050405020304" pitchFamily="18" charset="0"/>
          </a:endParaRPr>
        </a:p>
      </dsp:txBody>
      <dsp:txXfrm>
        <a:off x="9318158" y="557667"/>
        <a:ext cx="2692662" cy="269265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9D8160-0909-4BD1-8BCD-A8D54214637C}">
      <dsp:nvSpPr>
        <dsp:cNvPr id="0" name=""/>
        <dsp:cNvSpPr/>
      </dsp:nvSpPr>
      <dsp:spPr>
        <a:xfrm>
          <a:off x="0" y="1236775"/>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IN" sz="4400" b="0" i="0" kern="1200">
              <a:latin typeface="Times New Roman" panose="02020603050405020304" pitchFamily="18" charset="0"/>
              <a:cs typeface="Times New Roman" panose="02020603050405020304" pitchFamily="18" charset="0"/>
            </a:rPr>
            <a:t>Enter an input string.</a:t>
          </a:r>
          <a:endParaRPr lang="en-IN" sz="4400" b="0" i="0" kern="1200" dirty="0">
            <a:latin typeface="Times New Roman" panose="02020603050405020304" pitchFamily="18" charset="0"/>
            <a:cs typeface="Times New Roman" panose="02020603050405020304" pitchFamily="18" charset="0"/>
          </a:endParaRPr>
        </a:p>
      </dsp:txBody>
      <dsp:txXfrm>
        <a:off x="0" y="1236775"/>
        <a:ext cx="3875478" cy="2325287"/>
      </dsp:txXfrm>
    </dsp:sp>
    <dsp:sp modelId="{0397DE31-8B1D-4CB9-9EE7-903D4E3045CD}">
      <dsp:nvSpPr>
        <dsp:cNvPr id="0" name=""/>
        <dsp:cNvSpPr/>
      </dsp:nvSpPr>
      <dsp:spPr>
        <a:xfrm>
          <a:off x="4263026" y="1236775"/>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IN" sz="4400" b="0" i="0" kern="1200">
              <a:latin typeface="Times New Roman" panose="02020603050405020304" pitchFamily="18" charset="0"/>
              <a:cs typeface="Times New Roman" panose="02020603050405020304" pitchFamily="18" charset="0"/>
            </a:rPr>
            <a:t>Process symbols using transitions.</a:t>
          </a:r>
          <a:endParaRPr lang="en-IN" sz="4400" b="0" i="0" kern="1200" dirty="0">
            <a:latin typeface="Times New Roman" panose="02020603050405020304" pitchFamily="18" charset="0"/>
            <a:cs typeface="Times New Roman" panose="02020603050405020304" pitchFamily="18" charset="0"/>
          </a:endParaRPr>
        </a:p>
      </dsp:txBody>
      <dsp:txXfrm>
        <a:off x="4263026" y="1236775"/>
        <a:ext cx="3875478" cy="2325287"/>
      </dsp:txXfrm>
    </dsp:sp>
    <dsp:sp modelId="{35DE2A4C-577F-42BC-A3B4-37020E2BF4B1}">
      <dsp:nvSpPr>
        <dsp:cNvPr id="0" name=""/>
        <dsp:cNvSpPr/>
      </dsp:nvSpPr>
      <dsp:spPr>
        <a:xfrm>
          <a:off x="8526052" y="1236775"/>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IN" sz="4400" b="0" i="0" kern="1200">
              <a:latin typeface="Times New Roman" panose="02020603050405020304" pitchFamily="18" charset="0"/>
              <a:cs typeface="Times New Roman" panose="02020603050405020304" pitchFamily="18" charset="0"/>
            </a:rPr>
            <a:t>Validate DFA and NFA strings.</a:t>
          </a:r>
          <a:endParaRPr lang="en-IN" sz="4400" b="0" i="0" kern="1200" dirty="0">
            <a:latin typeface="Times New Roman" panose="02020603050405020304" pitchFamily="18" charset="0"/>
            <a:cs typeface="Times New Roman" panose="02020603050405020304" pitchFamily="18" charset="0"/>
          </a:endParaRPr>
        </a:p>
      </dsp:txBody>
      <dsp:txXfrm>
        <a:off x="8526052" y="1236775"/>
        <a:ext cx="3875478" cy="2325287"/>
      </dsp:txXfrm>
    </dsp:sp>
    <dsp:sp modelId="{5D6882B7-990F-4893-B963-AA379E7C32C4}">
      <dsp:nvSpPr>
        <dsp:cNvPr id="0" name=""/>
        <dsp:cNvSpPr/>
      </dsp:nvSpPr>
      <dsp:spPr>
        <a:xfrm>
          <a:off x="2131513" y="3949610"/>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IN" sz="4400" b="0" i="0" kern="1200">
              <a:latin typeface="Times New Roman" panose="02020603050405020304" pitchFamily="18" charset="0"/>
              <a:cs typeface="Times New Roman" panose="02020603050405020304" pitchFamily="18" charset="0"/>
            </a:rPr>
            <a:t>Display transition path.</a:t>
          </a:r>
          <a:endParaRPr lang="en-IN" sz="4400" b="0" i="0" kern="1200" dirty="0">
            <a:latin typeface="Times New Roman" panose="02020603050405020304" pitchFamily="18" charset="0"/>
            <a:cs typeface="Times New Roman" panose="02020603050405020304" pitchFamily="18" charset="0"/>
          </a:endParaRPr>
        </a:p>
      </dsp:txBody>
      <dsp:txXfrm>
        <a:off x="2131513" y="3949610"/>
        <a:ext cx="3875478" cy="2325287"/>
      </dsp:txXfrm>
    </dsp:sp>
    <dsp:sp modelId="{5B7AAF4D-7975-4789-8508-C8B4A20B3719}">
      <dsp:nvSpPr>
        <dsp:cNvPr id="0" name=""/>
        <dsp:cNvSpPr/>
      </dsp:nvSpPr>
      <dsp:spPr>
        <a:xfrm>
          <a:off x="6394539" y="3949610"/>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IN" sz="4400" b="0" i="0" kern="1200">
              <a:latin typeface="Times New Roman" panose="02020603050405020304" pitchFamily="18" charset="0"/>
              <a:cs typeface="Times New Roman" panose="02020603050405020304" pitchFamily="18" charset="0"/>
            </a:rPr>
            <a:t>Show Accepted / Rejected result.</a:t>
          </a:r>
          <a:endParaRPr lang="en-IN" sz="4400" b="0" i="0" kern="1200" dirty="0">
            <a:latin typeface="Times New Roman" panose="02020603050405020304" pitchFamily="18" charset="0"/>
            <a:cs typeface="Times New Roman" panose="02020603050405020304" pitchFamily="18" charset="0"/>
          </a:endParaRPr>
        </a:p>
      </dsp:txBody>
      <dsp:txXfrm>
        <a:off x="6394539" y="3949610"/>
        <a:ext cx="3875478" cy="232528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327767-1A34-4E28-B79C-D0CFDB112C7B}">
      <dsp:nvSpPr>
        <dsp:cNvPr id="0" name=""/>
        <dsp:cNvSpPr/>
      </dsp:nvSpPr>
      <dsp:spPr>
        <a:xfrm>
          <a:off x="926789" y="0"/>
          <a:ext cx="3808000" cy="3807991"/>
        </a:xfrm>
        <a:prstGeom prst="ellipse">
          <a:avLst/>
        </a:prstGeom>
        <a:solidFill>
          <a:schemeClr val="accent1">
            <a:shade val="80000"/>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GB" sz="3600" b="0" i="0" kern="1200" dirty="0">
              <a:latin typeface="Times New Roman" panose="02020603050405020304" pitchFamily="18" charset="0"/>
              <a:cs typeface="Times New Roman" panose="02020603050405020304" pitchFamily="18" charset="0"/>
            </a:rPr>
            <a:t>Processes one symbol at a time.</a:t>
          </a:r>
          <a:endParaRPr lang="en-IN" sz="3600" b="0" i="0" kern="1200" dirty="0">
            <a:latin typeface="Times New Roman" panose="02020603050405020304" pitchFamily="18" charset="0"/>
            <a:cs typeface="Times New Roman" panose="02020603050405020304" pitchFamily="18" charset="0"/>
          </a:endParaRPr>
        </a:p>
      </dsp:txBody>
      <dsp:txXfrm>
        <a:off x="1484458" y="557667"/>
        <a:ext cx="2692662" cy="2692657"/>
      </dsp:txXfrm>
    </dsp:sp>
    <dsp:sp modelId="{3B3BE7DA-AB7E-4496-98EC-5B84DBED84FD}">
      <dsp:nvSpPr>
        <dsp:cNvPr id="0" name=""/>
        <dsp:cNvSpPr/>
      </dsp:nvSpPr>
      <dsp:spPr>
        <a:xfrm>
          <a:off x="2904801" y="2539718"/>
          <a:ext cx="3808000" cy="3807991"/>
        </a:xfrm>
        <a:prstGeom prst="ellipse">
          <a:avLst/>
        </a:prstGeom>
        <a:solidFill>
          <a:schemeClr val="accent1">
            <a:shade val="80000"/>
            <a:alpha val="50000"/>
            <a:hueOff val="322189"/>
            <a:satOff val="0"/>
            <a:lumOff val="1658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GB" sz="3600" b="0" i="0" kern="1200" dirty="0">
              <a:latin typeface="Times New Roman" panose="02020603050405020304" pitchFamily="18" charset="0"/>
              <a:cs typeface="Times New Roman" panose="02020603050405020304" pitchFamily="18" charset="0"/>
            </a:rPr>
            <a:t>Displays the complete transition path.</a:t>
          </a:r>
          <a:endParaRPr lang="en-IN" sz="3600" b="0" i="0" kern="1200" dirty="0">
            <a:latin typeface="Times New Roman" panose="02020603050405020304" pitchFamily="18" charset="0"/>
            <a:cs typeface="Times New Roman" panose="02020603050405020304" pitchFamily="18" charset="0"/>
          </a:endParaRPr>
        </a:p>
      </dsp:txBody>
      <dsp:txXfrm>
        <a:off x="3462470" y="3097385"/>
        <a:ext cx="2692662" cy="2692657"/>
      </dsp:txXfrm>
    </dsp:sp>
    <dsp:sp modelId="{3710C511-9DA8-4B92-A8C6-65C6C04A7F70}">
      <dsp:nvSpPr>
        <dsp:cNvPr id="0" name=""/>
        <dsp:cNvSpPr/>
      </dsp:nvSpPr>
      <dsp:spPr>
        <a:xfrm>
          <a:off x="4883977" y="19877"/>
          <a:ext cx="3808000" cy="3807991"/>
        </a:xfrm>
        <a:prstGeom prst="ellipse">
          <a:avLst/>
        </a:prstGeom>
        <a:solidFill>
          <a:schemeClr val="accent1">
            <a:shade val="80000"/>
            <a:alpha val="50000"/>
            <a:hueOff val="644379"/>
            <a:satOff val="0"/>
            <a:lumOff val="33161"/>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IN" sz="3600" b="0" i="0" kern="1200" dirty="0">
              <a:latin typeface="Times New Roman" panose="02020603050405020304" pitchFamily="18" charset="0"/>
              <a:cs typeface="Times New Roman" panose="02020603050405020304" pitchFamily="18" charset="0"/>
            </a:rPr>
            <a:t>Highlights the current state.</a:t>
          </a:r>
        </a:p>
      </dsp:txBody>
      <dsp:txXfrm>
        <a:off x="5441646" y="577544"/>
        <a:ext cx="2692662" cy="2692657"/>
      </dsp:txXfrm>
    </dsp:sp>
    <dsp:sp modelId="{079CB63F-F553-4524-A5A9-1A3896CF422A}">
      <dsp:nvSpPr>
        <dsp:cNvPr id="0" name=""/>
        <dsp:cNvSpPr/>
      </dsp:nvSpPr>
      <dsp:spPr>
        <a:xfrm>
          <a:off x="6802355" y="2539718"/>
          <a:ext cx="3808000" cy="3807991"/>
        </a:xfrm>
        <a:prstGeom prst="ellipse">
          <a:avLst/>
        </a:prstGeom>
        <a:solidFill>
          <a:schemeClr val="accent1">
            <a:shade val="80000"/>
            <a:alpha val="50000"/>
            <a:hueOff val="644379"/>
            <a:satOff val="0"/>
            <a:lumOff val="33161"/>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GB" sz="3600" b="0" i="0" kern="1200" dirty="0">
              <a:latin typeface="Times New Roman" panose="02020603050405020304" pitchFamily="18" charset="0"/>
              <a:cs typeface="Times New Roman" panose="02020603050405020304" pitchFamily="18" charset="0"/>
            </a:rPr>
            <a:t>Provides Play, Pause, Next and Reset controls.</a:t>
          </a:r>
          <a:endParaRPr lang="en-IN" sz="3600" b="0" i="0" kern="1200" dirty="0">
            <a:latin typeface="Times New Roman" panose="02020603050405020304" pitchFamily="18" charset="0"/>
            <a:cs typeface="Times New Roman" panose="02020603050405020304" pitchFamily="18" charset="0"/>
          </a:endParaRPr>
        </a:p>
      </dsp:txBody>
      <dsp:txXfrm>
        <a:off x="7360024" y="3097385"/>
        <a:ext cx="2692662" cy="2692657"/>
      </dsp:txXfrm>
    </dsp:sp>
    <dsp:sp modelId="{4B268FA5-9D39-4429-9CE1-03F319119903}">
      <dsp:nvSpPr>
        <dsp:cNvPr id="0" name=""/>
        <dsp:cNvSpPr/>
      </dsp:nvSpPr>
      <dsp:spPr>
        <a:xfrm>
          <a:off x="8760489" y="0"/>
          <a:ext cx="3808000" cy="3807991"/>
        </a:xfrm>
        <a:prstGeom prst="ellipse">
          <a:avLst/>
        </a:prstGeom>
        <a:solidFill>
          <a:schemeClr val="accent1">
            <a:shade val="80000"/>
            <a:alpha val="50000"/>
            <a:hueOff val="322189"/>
            <a:satOff val="0"/>
            <a:lumOff val="1658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GB" sz="3600" b="0" i="0" kern="1200" dirty="0">
              <a:latin typeface="Times New Roman" panose="02020603050405020304" pitchFamily="18" charset="0"/>
              <a:cs typeface="Times New Roman" panose="02020603050405020304" pitchFamily="18" charset="0"/>
            </a:rPr>
            <a:t>Shows the current input symbol.</a:t>
          </a:r>
          <a:endParaRPr lang="en-IN" sz="3600" b="0" i="0" kern="1200" dirty="0">
            <a:latin typeface="Times New Roman" panose="02020603050405020304" pitchFamily="18" charset="0"/>
            <a:cs typeface="Times New Roman" panose="02020603050405020304" pitchFamily="18" charset="0"/>
          </a:endParaRPr>
        </a:p>
      </dsp:txBody>
      <dsp:txXfrm>
        <a:off x="9318158" y="557667"/>
        <a:ext cx="2692662" cy="269265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9D8160-0909-4BD1-8BCD-A8D54214637C}">
      <dsp:nvSpPr>
        <dsp:cNvPr id="0" name=""/>
        <dsp:cNvSpPr/>
      </dsp:nvSpPr>
      <dsp:spPr>
        <a:xfrm>
          <a:off x="0" y="1236775"/>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IN" sz="4300" b="0" i="0" kern="1200" dirty="0">
              <a:latin typeface="Times New Roman" panose="02020603050405020304" pitchFamily="18" charset="0"/>
              <a:cs typeface="Times New Roman" panose="02020603050405020304" pitchFamily="18" charset="0"/>
            </a:rPr>
            <a:t>Select an existing NFA.</a:t>
          </a:r>
        </a:p>
      </dsp:txBody>
      <dsp:txXfrm>
        <a:off x="0" y="1236775"/>
        <a:ext cx="3875478" cy="2325287"/>
      </dsp:txXfrm>
    </dsp:sp>
    <dsp:sp modelId="{0397DE31-8B1D-4CB9-9EE7-903D4E3045CD}">
      <dsp:nvSpPr>
        <dsp:cNvPr id="0" name=""/>
        <dsp:cNvSpPr/>
      </dsp:nvSpPr>
      <dsp:spPr>
        <a:xfrm>
          <a:off x="4263026" y="1236775"/>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IN" sz="4300" b="0" i="0" kern="1200" dirty="0">
              <a:latin typeface="Times New Roman" panose="02020603050405020304" pitchFamily="18" charset="0"/>
              <a:cs typeface="Times New Roman" panose="02020603050405020304" pitchFamily="18" charset="0"/>
            </a:rPr>
            <a:t>Apply Subset Construction Algorithm.</a:t>
          </a:r>
        </a:p>
      </dsp:txBody>
      <dsp:txXfrm>
        <a:off x="4263026" y="1236775"/>
        <a:ext cx="3875478" cy="2325287"/>
      </dsp:txXfrm>
    </dsp:sp>
    <dsp:sp modelId="{35DE2A4C-577F-42BC-A3B4-37020E2BF4B1}">
      <dsp:nvSpPr>
        <dsp:cNvPr id="0" name=""/>
        <dsp:cNvSpPr/>
      </dsp:nvSpPr>
      <dsp:spPr>
        <a:xfrm>
          <a:off x="8526052" y="1236775"/>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IN" sz="4300" b="0" i="0" kern="1200" dirty="0">
              <a:latin typeface="Times New Roman" panose="02020603050405020304" pitchFamily="18" charset="0"/>
              <a:cs typeface="Times New Roman" panose="02020603050405020304" pitchFamily="18" charset="0"/>
            </a:rPr>
            <a:t>Generate equivalent DFA states.</a:t>
          </a:r>
        </a:p>
      </dsp:txBody>
      <dsp:txXfrm>
        <a:off x="8526052" y="1236775"/>
        <a:ext cx="3875478" cy="2325287"/>
      </dsp:txXfrm>
    </dsp:sp>
    <dsp:sp modelId="{5D6882B7-990F-4893-B963-AA379E7C32C4}">
      <dsp:nvSpPr>
        <dsp:cNvPr id="0" name=""/>
        <dsp:cNvSpPr/>
      </dsp:nvSpPr>
      <dsp:spPr>
        <a:xfrm>
          <a:off x="2131513" y="3949610"/>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IN" sz="4300" b="0" i="0" kern="1200" dirty="0">
              <a:latin typeface="Times New Roman" panose="02020603050405020304" pitchFamily="18" charset="0"/>
              <a:cs typeface="Times New Roman" panose="02020603050405020304" pitchFamily="18" charset="0"/>
            </a:rPr>
            <a:t>Generate DFA transition table.</a:t>
          </a:r>
        </a:p>
      </dsp:txBody>
      <dsp:txXfrm>
        <a:off x="2131513" y="3949610"/>
        <a:ext cx="3875478" cy="2325287"/>
      </dsp:txXfrm>
    </dsp:sp>
    <dsp:sp modelId="{5B7AAF4D-7975-4789-8508-C8B4A20B3719}">
      <dsp:nvSpPr>
        <dsp:cNvPr id="0" name=""/>
        <dsp:cNvSpPr/>
      </dsp:nvSpPr>
      <dsp:spPr>
        <a:xfrm>
          <a:off x="6394539" y="3949610"/>
          <a:ext cx="3875478" cy="2325287"/>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GB" sz="4300" b="0" i="0" kern="1200" dirty="0">
              <a:latin typeface="Times New Roman" panose="02020603050405020304" pitchFamily="18" charset="0"/>
              <a:cs typeface="Times New Roman" panose="02020603050405020304" pitchFamily="18" charset="0"/>
            </a:rPr>
            <a:t>Visualize and save the converted DFA.</a:t>
          </a:r>
          <a:endParaRPr lang="en-IN" sz="4300" b="0" i="0" kern="1200" dirty="0">
            <a:latin typeface="Times New Roman" panose="02020603050405020304" pitchFamily="18" charset="0"/>
            <a:cs typeface="Times New Roman" panose="02020603050405020304" pitchFamily="18" charset="0"/>
          </a:endParaRPr>
        </a:p>
      </dsp:txBody>
      <dsp:txXfrm>
        <a:off x="6394539" y="3949610"/>
        <a:ext cx="3875478" cy="232528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BE1D52-3E17-462C-95A8-494A9B45DD39}">
      <dsp:nvSpPr>
        <dsp:cNvPr id="0" name=""/>
        <dsp:cNvSpPr/>
      </dsp:nvSpPr>
      <dsp:spPr>
        <a:xfrm>
          <a:off x="0" y="1972219"/>
          <a:ext cx="18367513" cy="262962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33E1A9-3118-4ACC-9ABD-034CF8587879}">
      <dsp:nvSpPr>
        <dsp:cNvPr id="0" name=""/>
        <dsp:cNvSpPr/>
      </dsp:nvSpPr>
      <dsp:spPr>
        <a:xfrm>
          <a:off x="7264" y="0"/>
          <a:ext cx="3176198" cy="2629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263144" rIns="263144" bIns="263144" numCol="1" spcCol="1270" anchor="b" anchorCtr="0">
          <a:noAutofit/>
        </a:bodyPr>
        <a:lstStyle/>
        <a:p>
          <a:pPr marL="0" lvl="0" indent="0" algn="ctr" defTabSz="1644650">
            <a:lnSpc>
              <a:spcPct val="90000"/>
            </a:lnSpc>
            <a:spcBef>
              <a:spcPct val="0"/>
            </a:spcBef>
            <a:spcAft>
              <a:spcPct val="35000"/>
            </a:spcAft>
            <a:buNone/>
          </a:pPr>
          <a:r>
            <a:rPr lang="en-GB" sz="3700" b="0" i="0" kern="1200">
              <a:latin typeface="Times New Roman" panose="02020603050405020304" pitchFamily="18" charset="0"/>
              <a:cs typeface="Times New Roman" panose="02020603050405020304" pitchFamily="18" charset="0"/>
            </a:rPr>
            <a:t>Create and Configure DFA / NFA</a:t>
          </a:r>
          <a:endParaRPr lang="en-IN" sz="3700" b="0" i="0" kern="1200" dirty="0">
            <a:latin typeface="Times New Roman" panose="02020603050405020304" pitchFamily="18" charset="0"/>
            <a:cs typeface="Times New Roman" panose="02020603050405020304" pitchFamily="18" charset="0"/>
          </a:endParaRPr>
        </a:p>
      </dsp:txBody>
      <dsp:txXfrm>
        <a:off x="7264" y="0"/>
        <a:ext cx="3176198" cy="2629626"/>
      </dsp:txXfrm>
    </dsp:sp>
    <dsp:sp modelId="{D6D23440-DCFE-453A-8876-B1A69CA25480}">
      <dsp:nvSpPr>
        <dsp:cNvPr id="0" name=""/>
        <dsp:cNvSpPr/>
      </dsp:nvSpPr>
      <dsp:spPr>
        <a:xfrm>
          <a:off x="1266660" y="2958329"/>
          <a:ext cx="657406" cy="65740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55C6D4-D749-44CB-BD7E-DD5CA27AD003}">
      <dsp:nvSpPr>
        <dsp:cNvPr id="0" name=""/>
        <dsp:cNvSpPr/>
      </dsp:nvSpPr>
      <dsp:spPr>
        <a:xfrm>
          <a:off x="3342273" y="3944439"/>
          <a:ext cx="3176198" cy="2629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263144" rIns="263144" bIns="263144" numCol="1" spcCol="1270" anchor="t" anchorCtr="0">
          <a:noAutofit/>
        </a:bodyPr>
        <a:lstStyle/>
        <a:p>
          <a:pPr marL="0" lvl="0" indent="0" algn="ctr" defTabSz="1644650">
            <a:lnSpc>
              <a:spcPct val="90000"/>
            </a:lnSpc>
            <a:spcBef>
              <a:spcPct val="0"/>
            </a:spcBef>
            <a:spcAft>
              <a:spcPct val="35000"/>
            </a:spcAft>
            <a:buNone/>
          </a:pPr>
          <a:r>
            <a:rPr lang="en-GB" sz="3700" b="0" i="0" kern="1200">
              <a:latin typeface="Times New Roman" panose="02020603050405020304" pitchFamily="18" charset="0"/>
              <a:cs typeface="Times New Roman" panose="02020603050405020304" pitchFamily="18" charset="0"/>
            </a:rPr>
            <a:t>Define States, Alphabets and Transitions</a:t>
          </a:r>
          <a:endParaRPr lang="en-IN" sz="3700" b="0" i="0" kern="1200" dirty="0">
            <a:latin typeface="Times New Roman" panose="02020603050405020304" pitchFamily="18" charset="0"/>
            <a:cs typeface="Times New Roman" panose="02020603050405020304" pitchFamily="18" charset="0"/>
          </a:endParaRPr>
        </a:p>
      </dsp:txBody>
      <dsp:txXfrm>
        <a:off x="3342273" y="3944439"/>
        <a:ext cx="3176198" cy="2629626"/>
      </dsp:txXfrm>
    </dsp:sp>
    <dsp:sp modelId="{7D44EEBD-798C-4E83-B249-1DC6621A629D}">
      <dsp:nvSpPr>
        <dsp:cNvPr id="0" name=""/>
        <dsp:cNvSpPr/>
      </dsp:nvSpPr>
      <dsp:spPr>
        <a:xfrm>
          <a:off x="4601669" y="2958329"/>
          <a:ext cx="657406" cy="65740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84E6A0-66F9-4C27-BA65-2C7F2E55EB0E}">
      <dsp:nvSpPr>
        <dsp:cNvPr id="0" name=""/>
        <dsp:cNvSpPr/>
      </dsp:nvSpPr>
      <dsp:spPr>
        <a:xfrm>
          <a:off x="6677281" y="0"/>
          <a:ext cx="3176198" cy="2629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263144" rIns="263144" bIns="263144" numCol="1" spcCol="1270" anchor="b" anchorCtr="0">
          <a:noAutofit/>
        </a:bodyPr>
        <a:lstStyle/>
        <a:p>
          <a:pPr marL="0" lvl="0" indent="0" algn="ctr" defTabSz="1644650">
            <a:lnSpc>
              <a:spcPct val="90000"/>
            </a:lnSpc>
            <a:spcBef>
              <a:spcPct val="0"/>
            </a:spcBef>
            <a:spcAft>
              <a:spcPct val="35000"/>
            </a:spcAft>
            <a:buNone/>
          </a:pPr>
          <a:r>
            <a:rPr lang="en-IN" sz="3700" b="0" i="0" kern="1200">
              <a:latin typeface="Times New Roman" panose="02020603050405020304" pitchFamily="18" charset="0"/>
              <a:cs typeface="Times New Roman" panose="02020603050405020304" pitchFamily="18" charset="0"/>
            </a:rPr>
            <a:t>Enter and Validate Input Strings</a:t>
          </a:r>
          <a:endParaRPr lang="en-IN" sz="3700" b="0" i="0" kern="1200" dirty="0">
            <a:latin typeface="Times New Roman" panose="02020603050405020304" pitchFamily="18" charset="0"/>
            <a:cs typeface="Times New Roman" panose="02020603050405020304" pitchFamily="18" charset="0"/>
          </a:endParaRPr>
        </a:p>
      </dsp:txBody>
      <dsp:txXfrm>
        <a:off x="6677281" y="0"/>
        <a:ext cx="3176198" cy="2629626"/>
      </dsp:txXfrm>
    </dsp:sp>
    <dsp:sp modelId="{5B5D7324-D41F-425C-AB50-93CD81FCB190}">
      <dsp:nvSpPr>
        <dsp:cNvPr id="0" name=""/>
        <dsp:cNvSpPr/>
      </dsp:nvSpPr>
      <dsp:spPr>
        <a:xfrm>
          <a:off x="7936677" y="2958329"/>
          <a:ext cx="657406" cy="65740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07A8BD-633E-49F8-8822-026118B0C079}">
      <dsp:nvSpPr>
        <dsp:cNvPr id="0" name=""/>
        <dsp:cNvSpPr/>
      </dsp:nvSpPr>
      <dsp:spPr>
        <a:xfrm>
          <a:off x="10012290" y="3944439"/>
          <a:ext cx="3176198" cy="2629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263144" rIns="263144" bIns="263144" numCol="1" spcCol="1270" anchor="t" anchorCtr="0">
          <a:noAutofit/>
        </a:bodyPr>
        <a:lstStyle/>
        <a:p>
          <a:pPr marL="0" lvl="0" indent="0" algn="ctr" defTabSz="1644650">
            <a:lnSpc>
              <a:spcPct val="90000"/>
            </a:lnSpc>
            <a:spcBef>
              <a:spcPct val="0"/>
            </a:spcBef>
            <a:spcAft>
              <a:spcPct val="35000"/>
            </a:spcAft>
            <a:buNone/>
          </a:pPr>
          <a:r>
            <a:rPr lang="en-IN" sz="3700" b="0" i="0" kern="1200">
              <a:latin typeface="Times New Roman" panose="02020603050405020304" pitchFamily="18" charset="0"/>
              <a:cs typeface="Times New Roman" panose="02020603050405020304" pitchFamily="18" charset="0"/>
            </a:rPr>
            <a:t>Perform Step-by-Step Automata Simulation</a:t>
          </a:r>
          <a:endParaRPr lang="en-IN" sz="3700" b="0" i="0" kern="1200" dirty="0">
            <a:latin typeface="Times New Roman" panose="02020603050405020304" pitchFamily="18" charset="0"/>
            <a:cs typeface="Times New Roman" panose="02020603050405020304" pitchFamily="18" charset="0"/>
          </a:endParaRPr>
        </a:p>
      </dsp:txBody>
      <dsp:txXfrm>
        <a:off x="10012290" y="3944439"/>
        <a:ext cx="3176198" cy="2629626"/>
      </dsp:txXfrm>
    </dsp:sp>
    <dsp:sp modelId="{3D6532C0-E975-4C58-A47D-9AD895A19B1C}">
      <dsp:nvSpPr>
        <dsp:cNvPr id="0" name=""/>
        <dsp:cNvSpPr/>
      </dsp:nvSpPr>
      <dsp:spPr>
        <a:xfrm>
          <a:off x="11271686" y="2958329"/>
          <a:ext cx="657406" cy="65740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23F3B7-F3FB-4854-8A1C-24326ED29E92}">
      <dsp:nvSpPr>
        <dsp:cNvPr id="0" name=""/>
        <dsp:cNvSpPr/>
      </dsp:nvSpPr>
      <dsp:spPr>
        <a:xfrm>
          <a:off x="13347298" y="0"/>
          <a:ext cx="3176198" cy="2629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263144" rIns="263144" bIns="263144" numCol="1" spcCol="1270" anchor="b" anchorCtr="0">
          <a:noAutofit/>
        </a:bodyPr>
        <a:lstStyle/>
        <a:p>
          <a:pPr marL="0" lvl="0" indent="0" algn="ctr" defTabSz="1644650">
            <a:lnSpc>
              <a:spcPct val="90000"/>
            </a:lnSpc>
            <a:spcBef>
              <a:spcPct val="0"/>
            </a:spcBef>
            <a:spcAft>
              <a:spcPct val="35000"/>
            </a:spcAft>
            <a:buNone/>
          </a:pPr>
          <a:r>
            <a:rPr lang="en-IN" sz="3700" b="0" i="0" kern="1200">
              <a:latin typeface="Times New Roman" panose="02020603050405020304" pitchFamily="18" charset="0"/>
              <a:cs typeface="Times New Roman" panose="02020603050405020304" pitchFamily="18" charset="0"/>
            </a:rPr>
            <a:t>Display Accepted / Rejected Results</a:t>
          </a:r>
          <a:endParaRPr lang="en-IN" sz="3700" b="0" i="0" kern="1200" dirty="0">
            <a:latin typeface="Times New Roman" panose="02020603050405020304" pitchFamily="18" charset="0"/>
            <a:cs typeface="Times New Roman" panose="02020603050405020304" pitchFamily="18" charset="0"/>
          </a:endParaRPr>
        </a:p>
      </dsp:txBody>
      <dsp:txXfrm>
        <a:off x="13347298" y="0"/>
        <a:ext cx="3176198" cy="2629626"/>
      </dsp:txXfrm>
    </dsp:sp>
    <dsp:sp modelId="{C0E57B9A-E98B-4258-9513-B8BCB12CC1CA}">
      <dsp:nvSpPr>
        <dsp:cNvPr id="0" name=""/>
        <dsp:cNvSpPr/>
      </dsp:nvSpPr>
      <dsp:spPr>
        <a:xfrm>
          <a:off x="14606694" y="2958329"/>
          <a:ext cx="657406" cy="65740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3B11AA-765A-49D0-8168-2AACA6478DD8}">
      <dsp:nvSpPr>
        <dsp:cNvPr id="0" name=""/>
        <dsp:cNvSpPr/>
      </dsp:nvSpPr>
      <dsp:spPr>
        <a:xfrm>
          <a:off x="3448510" y="482322"/>
          <a:ext cx="3663961" cy="3663961"/>
        </a:xfrm>
        <a:prstGeom prst="pieWedge">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34696" tIns="234696" rIns="234696" bIns="234696" numCol="1" spcCol="1270" anchor="ctr" anchorCtr="0">
          <a:noAutofit/>
        </a:bodyPr>
        <a:lstStyle/>
        <a:p>
          <a:pPr marL="0" lvl="0" indent="0" algn="ctr" defTabSz="1466850">
            <a:lnSpc>
              <a:spcPct val="90000"/>
            </a:lnSpc>
            <a:spcBef>
              <a:spcPct val="0"/>
            </a:spcBef>
            <a:spcAft>
              <a:spcPct val="35000"/>
            </a:spcAft>
            <a:buNone/>
          </a:pPr>
          <a:r>
            <a:rPr lang="en-IN" sz="3300" b="0" i="0" kern="1200">
              <a:latin typeface="Times New Roman" panose="02020603050405020304" pitchFamily="18" charset="0"/>
              <a:cs typeface="Times New Roman" panose="02020603050405020304" pitchFamily="18" charset="0"/>
            </a:rPr>
            <a:t>Successfully creates DFA/NFA.</a:t>
          </a:r>
          <a:endParaRPr lang="en-IN" sz="3300" b="0" i="0" kern="1200" dirty="0">
            <a:latin typeface="Times New Roman" panose="02020603050405020304" pitchFamily="18" charset="0"/>
            <a:cs typeface="Times New Roman" panose="02020603050405020304" pitchFamily="18" charset="0"/>
          </a:endParaRPr>
        </a:p>
      </dsp:txBody>
      <dsp:txXfrm>
        <a:off x="4521659" y="1555471"/>
        <a:ext cx="2590812" cy="2590812"/>
      </dsp:txXfrm>
    </dsp:sp>
    <dsp:sp modelId="{F2CC6BDC-4E70-4353-8063-53AB24F85F52}">
      <dsp:nvSpPr>
        <dsp:cNvPr id="0" name=""/>
        <dsp:cNvSpPr/>
      </dsp:nvSpPr>
      <dsp:spPr>
        <a:xfrm rot="5400000">
          <a:off x="7281708" y="482322"/>
          <a:ext cx="3663961" cy="3663961"/>
        </a:xfrm>
        <a:prstGeom prst="pieWedge">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34696" tIns="234696" rIns="234696" bIns="234696" numCol="1" spcCol="1270" anchor="ctr" anchorCtr="0">
          <a:noAutofit/>
        </a:bodyPr>
        <a:lstStyle/>
        <a:p>
          <a:pPr marL="0" lvl="0" indent="0" algn="ctr" defTabSz="1466850">
            <a:lnSpc>
              <a:spcPct val="90000"/>
            </a:lnSpc>
            <a:spcBef>
              <a:spcPct val="0"/>
            </a:spcBef>
            <a:spcAft>
              <a:spcPct val="35000"/>
            </a:spcAft>
            <a:buNone/>
          </a:pPr>
          <a:r>
            <a:rPr lang="en-IN" sz="3300" b="0" i="0" kern="1200">
              <a:latin typeface="Times New Roman" panose="02020603050405020304" pitchFamily="18" charset="0"/>
              <a:cs typeface="Times New Roman" panose="02020603050405020304" pitchFamily="18" charset="0"/>
            </a:rPr>
            <a:t>Visualizes state transitions.</a:t>
          </a:r>
          <a:endParaRPr lang="en-IN" sz="3300" b="0" i="0" kern="1200" dirty="0">
            <a:latin typeface="Times New Roman" panose="02020603050405020304" pitchFamily="18" charset="0"/>
            <a:cs typeface="Times New Roman" panose="02020603050405020304" pitchFamily="18" charset="0"/>
          </a:endParaRPr>
        </a:p>
      </dsp:txBody>
      <dsp:txXfrm rot="-5400000">
        <a:off x="7281708" y="1555471"/>
        <a:ext cx="2590812" cy="2590812"/>
      </dsp:txXfrm>
    </dsp:sp>
    <dsp:sp modelId="{4A9DB665-D8F6-4A58-97CE-0B0FC4A258A7}">
      <dsp:nvSpPr>
        <dsp:cNvPr id="0" name=""/>
        <dsp:cNvSpPr/>
      </dsp:nvSpPr>
      <dsp:spPr>
        <a:xfrm rot="10800000">
          <a:off x="7281708" y="4315520"/>
          <a:ext cx="3663961" cy="3663961"/>
        </a:xfrm>
        <a:prstGeom prst="pieWedge">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34696" tIns="234696" rIns="234696" bIns="234696" numCol="1" spcCol="1270" anchor="ctr" anchorCtr="0">
          <a:noAutofit/>
        </a:bodyPr>
        <a:lstStyle/>
        <a:p>
          <a:pPr marL="0" lvl="0" indent="0" algn="ctr" defTabSz="1466850">
            <a:lnSpc>
              <a:spcPct val="90000"/>
            </a:lnSpc>
            <a:spcBef>
              <a:spcPct val="0"/>
            </a:spcBef>
            <a:spcAft>
              <a:spcPct val="35000"/>
            </a:spcAft>
            <a:buNone/>
          </a:pPr>
          <a:r>
            <a:rPr lang="en-IN" sz="3300" b="0" i="0" kern="1200">
              <a:latin typeface="Times New Roman" panose="02020603050405020304" pitchFamily="18" charset="0"/>
              <a:cs typeface="Times New Roman" panose="02020603050405020304" pitchFamily="18" charset="0"/>
            </a:rPr>
            <a:t>Converts NFA into DFA.</a:t>
          </a:r>
          <a:endParaRPr lang="en-IN" sz="3300" b="0" i="0" kern="1200" dirty="0">
            <a:latin typeface="Times New Roman" panose="02020603050405020304" pitchFamily="18" charset="0"/>
            <a:cs typeface="Times New Roman" panose="02020603050405020304" pitchFamily="18" charset="0"/>
          </a:endParaRPr>
        </a:p>
      </dsp:txBody>
      <dsp:txXfrm rot="10800000">
        <a:off x="7281708" y="4315520"/>
        <a:ext cx="2590812" cy="2590812"/>
      </dsp:txXfrm>
    </dsp:sp>
    <dsp:sp modelId="{8D9B9F80-BA6E-4F95-9967-68BF3B3CE925}">
      <dsp:nvSpPr>
        <dsp:cNvPr id="0" name=""/>
        <dsp:cNvSpPr/>
      </dsp:nvSpPr>
      <dsp:spPr>
        <a:xfrm rot="16200000">
          <a:off x="3448510" y="4315520"/>
          <a:ext cx="3663961" cy="3663961"/>
        </a:xfrm>
        <a:prstGeom prst="pieWedge">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34696" tIns="234696" rIns="234696" bIns="234696" numCol="1" spcCol="1270" anchor="ctr" anchorCtr="0">
          <a:noAutofit/>
        </a:bodyPr>
        <a:lstStyle/>
        <a:p>
          <a:pPr marL="0" lvl="0" indent="0" algn="ctr" defTabSz="1466850">
            <a:lnSpc>
              <a:spcPct val="90000"/>
            </a:lnSpc>
            <a:spcBef>
              <a:spcPct val="0"/>
            </a:spcBef>
            <a:spcAft>
              <a:spcPct val="35000"/>
            </a:spcAft>
            <a:buNone/>
          </a:pPr>
          <a:r>
            <a:rPr lang="en-IN" sz="3300" b="0" i="0" kern="1200">
              <a:latin typeface="Times New Roman" panose="02020603050405020304" pitchFamily="18" charset="0"/>
              <a:cs typeface="Times New Roman" panose="02020603050405020304" pitchFamily="18" charset="0"/>
            </a:rPr>
            <a:t>Validates input strings.</a:t>
          </a:r>
          <a:endParaRPr lang="en-IN" sz="3300" b="0" i="0" kern="1200" dirty="0">
            <a:latin typeface="Times New Roman" panose="02020603050405020304" pitchFamily="18" charset="0"/>
            <a:cs typeface="Times New Roman" panose="02020603050405020304" pitchFamily="18" charset="0"/>
          </a:endParaRPr>
        </a:p>
      </dsp:txBody>
      <dsp:txXfrm rot="5400000">
        <a:off x="4521659" y="4315520"/>
        <a:ext cx="2590812" cy="2590812"/>
      </dsp:txXfrm>
    </dsp:sp>
    <dsp:sp modelId="{AAF81688-DED1-40ED-A2D9-00A9780649BB}">
      <dsp:nvSpPr>
        <dsp:cNvPr id="0" name=""/>
        <dsp:cNvSpPr/>
      </dsp:nvSpPr>
      <dsp:spPr>
        <a:xfrm>
          <a:off x="6564570" y="3469340"/>
          <a:ext cx="1265039" cy="1100034"/>
        </a:xfrm>
        <a:prstGeom prst="circularArrow">
          <a:avLst/>
        </a:prstGeom>
        <a:solidFill>
          <a:schemeClr val="dk1">
            <a:tint val="6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045E4880-410B-4F6F-BAE7-CC875DFCC976}">
      <dsp:nvSpPr>
        <dsp:cNvPr id="0" name=""/>
        <dsp:cNvSpPr/>
      </dsp:nvSpPr>
      <dsp:spPr>
        <a:xfrm rot="10800000">
          <a:off x="6564570" y="3892430"/>
          <a:ext cx="1265039" cy="1100034"/>
        </a:xfrm>
        <a:prstGeom prst="circularArrow">
          <a:avLst/>
        </a:prstGeom>
        <a:solidFill>
          <a:schemeClr val="dk1">
            <a:tint val="6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cycle4">
  <dgm:title val=""/>
  <dgm:desc val=""/>
  <dgm:catLst>
    <dgm:cat type="relationship" pri="114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6bc379c7b1_0_55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36bc379c7b1_0_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6bc379c7b1_0_56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36bc379c7b1_0_5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69E6A013-5BE0-7AF5-A09B-77EF6252316D}"/>
            </a:ext>
          </a:extLst>
        </p:cNvPr>
        <p:cNvGrpSpPr/>
        <p:nvPr/>
      </p:nvGrpSpPr>
      <p:grpSpPr>
        <a:xfrm>
          <a:off x="0" y="0"/>
          <a:ext cx="0" cy="0"/>
          <a:chOff x="0" y="0"/>
          <a:chExt cx="0" cy="0"/>
        </a:xfrm>
      </p:grpSpPr>
      <p:sp>
        <p:nvSpPr>
          <p:cNvPr id="97" name="Google Shape;97;g36bc379c7b1_0_560:notes">
            <a:extLst>
              <a:ext uri="{FF2B5EF4-FFF2-40B4-BE49-F238E27FC236}">
                <a16:creationId xmlns:a16="http://schemas.microsoft.com/office/drawing/2014/main" id="{CB29BBD8-13EA-3335-0391-453924B68B3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36bc379c7b1_0_560:notes">
            <a:extLst>
              <a:ext uri="{FF2B5EF4-FFF2-40B4-BE49-F238E27FC236}">
                <a16:creationId xmlns:a16="http://schemas.microsoft.com/office/drawing/2014/main" id="{963D18DC-DF3D-D173-C5AD-99A415212B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6475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6bc379c7b1_0_56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g36bc379c7b1_0_5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bc379c7b1_0_57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36bc379c7b1_0_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CF0BF69-6129-2E9B-86BE-1640F485BD32}"/>
            </a:ext>
          </a:extLst>
        </p:cNvPr>
        <p:cNvGrpSpPr/>
        <p:nvPr/>
      </p:nvGrpSpPr>
      <p:grpSpPr>
        <a:xfrm>
          <a:off x="0" y="0"/>
          <a:ext cx="0" cy="0"/>
          <a:chOff x="0" y="0"/>
          <a:chExt cx="0" cy="0"/>
        </a:xfrm>
      </p:grpSpPr>
      <p:sp>
        <p:nvSpPr>
          <p:cNvPr id="111" name="Google Shape;111;g36bc379c7b1_0_572:notes">
            <a:extLst>
              <a:ext uri="{FF2B5EF4-FFF2-40B4-BE49-F238E27FC236}">
                <a16:creationId xmlns:a16="http://schemas.microsoft.com/office/drawing/2014/main" id="{B13C54A6-71BA-4E17-4AD7-F35B19F69FB5}"/>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36bc379c7b1_0_572:notes">
            <a:extLst>
              <a:ext uri="{FF2B5EF4-FFF2-40B4-BE49-F238E27FC236}">
                <a16:creationId xmlns:a16="http://schemas.microsoft.com/office/drawing/2014/main" id="{531C4AC7-2DB8-2B10-D53A-A21AE383CF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7051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6bc379c7b1_0_57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g36bc379c7b1_0_5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6bc379c7b1_0_58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6bc379c7b1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6bc379c7b1_0_59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36bc379c7b1_0_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3AD59C30-9B7A-AABD-DD0E-6D5E1AE3E29F}"/>
            </a:ext>
          </a:extLst>
        </p:cNvPr>
        <p:cNvGrpSpPr/>
        <p:nvPr/>
      </p:nvGrpSpPr>
      <p:grpSpPr>
        <a:xfrm>
          <a:off x="0" y="0"/>
          <a:ext cx="0" cy="0"/>
          <a:chOff x="0" y="0"/>
          <a:chExt cx="0" cy="0"/>
        </a:xfrm>
      </p:grpSpPr>
      <p:sp>
        <p:nvSpPr>
          <p:cNvPr id="125" name="Google Shape;125;g36bc379c7b1_0_584:notes">
            <a:extLst>
              <a:ext uri="{FF2B5EF4-FFF2-40B4-BE49-F238E27FC236}">
                <a16:creationId xmlns:a16="http://schemas.microsoft.com/office/drawing/2014/main" id="{10B32341-33C6-690E-40FE-DE8EA9C48FE8}"/>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6bc379c7b1_0_584:notes">
            <a:extLst>
              <a:ext uri="{FF2B5EF4-FFF2-40B4-BE49-F238E27FC236}">
                <a16:creationId xmlns:a16="http://schemas.microsoft.com/office/drawing/2014/main" id="{3AEE27B5-322A-D93A-754D-EC01060827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3055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A7FCA6D-5D9D-179F-701A-C349583F5033}"/>
            </a:ext>
          </a:extLst>
        </p:cNvPr>
        <p:cNvGrpSpPr/>
        <p:nvPr/>
      </p:nvGrpSpPr>
      <p:grpSpPr>
        <a:xfrm>
          <a:off x="0" y="0"/>
          <a:ext cx="0" cy="0"/>
          <a:chOff x="0" y="0"/>
          <a:chExt cx="0" cy="0"/>
        </a:xfrm>
      </p:grpSpPr>
      <p:sp>
        <p:nvSpPr>
          <p:cNvPr id="132" name="Google Shape;132;g36bc379c7b1_0_590:notes">
            <a:extLst>
              <a:ext uri="{FF2B5EF4-FFF2-40B4-BE49-F238E27FC236}">
                <a16:creationId xmlns:a16="http://schemas.microsoft.com/office/drawing/2014/main" id="{EC5FD01D-0C9C-E59C-328D-AF9199C47B51}"/>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36bc379c7b1_0_590:notes">
            <a:extLst>
              <a:ext uri="{FF2B5EF4-FFF2-40B4-BE49-F238E27FC236}">
                <a16:creationId xmlns:a16="http://schemas.microsoft.com/office/drawing/2014/main" id="{01DC9D0E-B819-EAA8-DE97-4D546F1C8B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3033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65194235-A5B5-9220-A480-F50D6B5BA7AF}"/>
            </a:ext>
          </a:extLst>
        </p:cNvPr>
        <p:cNvGrpSpPr/>
        <p:nvPr/>
      </p:nvGrpSpPr>
      <p:grpSpPr>
        <a:xfrm>
          <a:off x="0" y="0"/>
          <a:ext cx="0" cy="0"/>
          <a:chOff x="0" y="0"/>
          <a:chExt cx="0" cy="0"/>
        </a:xfrm>
      </p:grpSpPr>
      <p:sp>
        <p:nvSpPr>
          <p:cNvPr id="125" name="Google Shape;125;g36bc379c7b1_0_584:notes">
            <a:extLst>
              <a:ext uri="{FF2B5EF4-FFF2-40B4-BE49-F238E27FC236}">
                <a16:creationId xmlns:a16="http://schemas.microsoft.com/office/drawing/2014/main" id="{32DB3D9B-3780-0591-5DC2-DF2BD1144D9F}"/>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6bc379c7b1_0_584:notes">
            <a:extLst>
              <a:ext uri="{FF2B5EF4-FFF2-40B4-BE49-F238E27FC236}">
                <a16:creationId xmlns:a16="http://schemas.microsoft.com/office/drawing/2014/main" id="{12DCE490-F2F7-28CF-E36A-624C485D10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32327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6bc379c7b1_0_60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36bc379c7b1_0_6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6bc379c7b1_0_62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g36bc379c7b1_0_6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6bc379c7b1_1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6bc379c7b1_10_14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type="title">
  <p:cSld name="TITLE">
    <p:spTree>
      <p:nvGrpSpPr>
        <p:cNvPr id="1" name="Shape 11"/>
        <p:cNvGrpSpPr/>
        <p:nvPr/>
      </p:nvGrpSpPr>
      <p:grpSpPr>
        <a:xfrm>
          <a:off x="0" y="0"/>
          <a:ext cx="0" cy="0"/>
          <a:chOff x="0" y="0"/>
          <a:chExt cx="0" cy="0"/>
        </a:xfrm>
      </p:grpSpPr>
      <p:sp>
        <p:nvSpPr>
          <p:cNvPr id="12" name="Google Shape;12;g36bc379c7b1_10_63"/>
          <p:cNvSpPr txBox="1">
            <a:spLocks noGrp="1"/>
          </p:cNvSpPr>
          <p:nvPr>
            <p:ph type="body" idx="1"/>
          </p:nvPr>
        </p:nvSpPr>
        <p:spPr>
          <a:xfrm>
            <a:off x="1201340" y="11859862"/>
            <a:ext cx="21971100" cy="6369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3" name="Google Shape;13;g36bc379c7b1_10_63"/>
          <p:cNvSpPr txBox="1">
            <a:spLocks noGrp="1"/>
          </p:cNvSpPr>
          <p:nvPr>
            <p:ph type="title"/>
          </p:nvPr>
        </p:nvSpPr>
        <p:spPr>
          <a:xfrm>
            <a:off x="1206496" y="2574991"/>
            <a:ext cx="21971100" cy="46482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4" name="Google Shape;14;g36bc379c7b1_10_63"/>
          <p:cNvSpPr txBox="1">
            <a:spLocks noGrp="1"/>
          </p:cNvSpPr>
          <p:nvPr>
            <p:ph type="body" idx="2"/>
          </p:nvPr>
        </p:nvSpPr>
        <p:spPr>
          <a:xfrm>
            <a:off x="1201342" y="7223190"/>
            <a:ext cx="21971100" cy="19050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pic>
        <p:nvPicPr>
          <p:cNvPr id="15" name="Google Shape;15;g36bc379c7b1_10_63" descr="pasted-movie.heif"/>
          <p:cNvPicPr preferRelativeResize="0"/>
          <p:nvPr/>
        </p:nvPicPr>
        <p:blipFill rotWithShape="1">
          <a:blip r:embed="rId2">
            <a:alphaModFix/>
          </a:blip>
          <a:srcRect t="388" r="85449" b="9056"/>
          <a:stretch/>
        </p:blipFill>
        <p:spPr>
          <a:xfrm>
            <a:off x="153721" y="-43900"/>
            <a:ext cx="1996582" cy="2236229"/>
          </a:xfrm>
          <a:prstGeom prst="rect">
            <a:avLst/>
          </a:prstGeom>
          <a:noFill/>
          <a:ln>
            <a:noFill/>
          </a:ln>
        </p:spPr>
      </p:pic>
      <p:pic>
        <p:nvPicPr>
          <p:cNvPr id="16" name="Google Shape;16;g36bc379c7b1_10_63" descr="pasted-movie.heif"/>
          <p:cNvPicPr preferRelativeResize="0"/>
          <p:nvPr/>
        </p:nvPicPr>
        <p:blipFill rotWithShape="1">
          <a:blip r:embed="rId2">
            <a:alphaModFix/>
          </a:blip>
          <a:srcRect l="50059" r="34355" b="9675"/>
          <a:stretch/>
        </p:blipFill>
        <p:spPr>
          <a:xfrm>
            <a:off x="22190187" y="213870"/>
            <a:ext cx="1649695" cy="1720655"/>
          </a:xfrm>
          <a:prstGeom prst="rect">
            <a:avLst/>
          </a:prstGeom>
          <a:noFill/>
          <a:ln>
            <a:noFill/>
          </a:ln>
        </p:spPr>
      </p:pic>
      <p:sp>
        <p:nvSpPr>
          <p:cNvPr id="17" name="Google Shape;17;g36bc379c7b1_10_63"/>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Bullets" type="tx">
  <p:cSld name="TITLE_AND_BODY">
    <p:spTree>
      <p:nvGrpSpPr>
        <p:cNvPr id="1" name="Shape 18"/>
        <p:cNvGrpSpPr/>
        <p:nvPr/>
      </p:nvGrpSpPr>
      <p:grpSpPr>
        <a:xfrm>
          <a:off x="0" y="0"/>
          <a:ext cx="0" cy="0"/>
          <a:chOff x="0" y="0"/>
          <a:chExt cx="0" cy="0"/>
        </a:xfrm>
      </p:grpSpPr>
      <p:sp>
        <p:nvSpPr>
          <p:cNvPr id="19" name="Google Shape;19;g36bc379c7b1_10_70"/>
          <p:cNvSpPr txBox="1">
            <a:spLocks noGrp="1"/>
          </p:cNvSpPr>
          <p:nvPr>
            <p:ph type="title"/>
          </p:nvPr>
        </p:nvSpPr>
        <p:spPr>
          <a:xfrm>
            <a:off x="1206500" y="1079500"/>
            <a:ext cx="21971100" cy="14331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20" name="Google Shape;20;g36bc379c7b1_10_70"/>
          <p:cNvSpPr txBox="1">
            <a:spLocks noGrp="1"/>
          </p:cNvSpPr>
          <p:nvPr>
            <p:ph type="body" idx="1"/>
          </p:nvPr>
        </p:nvSpPr>
        <p:spPr>
          <a:xfrm>
            <a:off x="1206500" y="2372962"/>
            <a:ext cx="21971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1" name="Google Shape;21;g36bc379c7b1_10_70"/>
          <p:cNvSpPr txBox="1">
            <a:spLocks noGrp="1"/>
          </p:cNvSpPr>
          <p:nvPr>
            <p:ph type="body" idx="2"/>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2" name="Google Shape;22;g36bc379c7b1_10_70"/>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mp; Photo">
  <p:cSld name="Title &amp; Photo">
    <p:spTree>
      <p:nvGrpSpPr>
        <p:cNvPr id="1" name="Shape 23"/>
        <p:cNvGrpSpPr/>
        <p:nvPr/>
      </p:nvGrpSpPr>
      <p:grpSpPr>
        <a:xfrm>
          <a:off x="0" y="0"/>
          <a:ext cx="0" cy="0"/>
          <a:chOff x="0" y="0"/>
          <a:chExt cx="0" cy="0"/>
        </a:xfrm>
      </p:grpSpPr>
      <p:sp>
        <p:nvSpPr>
          <p:cNvPr id="24" name="Google Shape;24;g36bc379c7b1_10_75"/>
          <p:cNvSpPr>
            <a:spLocks noGrp="1"/>
          </p:cNvSpPr>
          <p:nvPr>
            <p:ph type="pic" idx="2"/>
          </p:nvPr>
        </p:nvSpPr>
        <p:spPr>
          <a:xfrm>
            <a:off x="-1155700" y="-1295400"/>
            <a:ext cx="26746200" cy="16018800"/>
          </a:xfrm>
          <a:prstGeom prst="rect">
            <a:avLst/>
          </a:prstGeom>
          <a:noFill/>
          <a:ln>
            <a:noFill/>
          </a:ln>
        </p:spPr>
      </p:sp>
      <p:sp>
        <p:nvSpPr>
          <p:cNvPr id="25" name="Google Shape;25;g36bc379c7b1_10_75"/>
          <p:cNvSpPr txBox="1">
            <a:spLocks noGrp="1"/>
          </p:cNvSpPr>
          <p:nvPr>
            <p:ph type="title"/>
          </p:nvPr>
        </p:nvSpPr>
        <p:spPr>
          <a:xfrm>
            <a:off x="1206500" y="7124700"/>
            <a:ext cx="21971100" cy="46482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26" name="Google Shape;26;g36bc379c7b1_10_75"/>
          <p:cNvSpPr txBox="1">
            <a:spLocks noGrp="1"/>
          </p:cNvSpPr>
          <p:nvPr>
            <p:ph type="body" idx="1"/>
          </p:nvPr>
        </p:nvSpPr>
        <p:spPr>
          <a:xfrm>
            <a:off x="1207690" y="1106137"/>
            <a:ext cx="21968700" cy="6369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7" name="Google Shape;27;g36bc379c7b1_10_75"/>
          <p:cNvSpPr txBox="1">
            <a:spLocks noGrp="1"/>
          </p:cNvSpPr>
          <p:nvPr>
            <p:ph type="body" idx="3"/>
          </p:nvPr>
        </p:nvSpPr>
        <p:spPr>
          <a:xfrm>
            <a:off x="1206500" y="11609910"/>
            <a:ext cx="21971100" cy="11169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8" name="Google Shape;28;g36bc379c7b1_10_75"/>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amp; Photo Alt">
  <p:cSld name="Title &amp; Photo Alt">
    <p:spTree>
      <p:nvGrpSpPr>
        <p:cNvPr id="1" name="Shape 29"/>
        <p:cNvGrpSpPr/>
        <p:nvPr/>
      </p:nvGrpSpPr>
      <p:grpSpPr>
        <a:xfrm>
          <a:off x="0" y="0"/>
          <a:ext cx="0" cy="0"/>
          <a:chOff x="0" y="0"/>
          <a:chExt cx="0" cy="0"/>
        </a:xfrm>
      </p:grpSpPr>
      <p:sp>
        <p:nvSpPr>
          <p:cNvPr id="30" name="Google Shape;30;g36bc379c7b1_10_81"/>
          <p:cNvSpPr>
            <a:spLocks noGrp="1"/>
          </p:cNvSpPr>
          <p:nvPr>
            <p:ph type="pic" idx="2"/>
          </p:nvPr>
        </p:nvSpPr>
        <p:spPr>
          <a:xfrm>
            <a:off x="10972800" y="-203200"/>
            <a:ext cx="12144900" cy="14135100"/>
          </a:xfrm>
          <a:prstGeom prst="rect">
            <a:avLst/>
          </a:prstGeom>
          <a:noFill/>
          <a:ln>
            <a:noFill/>
          </a:ln>
        </p:spPr>
      </p:sp>
      <p:sp>
        <p:nvSpPr>
          <p:cNvPr id="31" name="Google Shape;31;g36bc379c7b1_10_81"/>
          <p:cNvSpPr txBox="1">
            <a:spLocks noGrp="1"/>
          </p:cNvSpPr>
          <p:nvPr>
            <p:ph type="title"/>
          </p:nvPr>
        </p:nvSpPr>
        <p:spPr>
          <a:xfrm>
            <a:off x="1206500" y="1270000"/>
            <a:ext cx="9779100" cy="58824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32" name="Google Shape;32;g36bc379c7b1_10_81"/>
          <p:cNvSpPr txBox="1">
            <a:spLocks noGrp="1"/>
          </p:cNvSpPr>
          <p:nvPr>
            <p:ph type="body" idx="1"/>
          </p:nvPr>
        </p:nvSpPr>
        <p:spPr>
          <a:xfrm>
            <a:off x="1206500" y="7060576"/>
            <a:ext cx="9779100" cy="53853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3" name="Google Shape;33;g36bc379c7b1_10_81"/>
          <p:cNvSpPr txBox="1">
            <a:spLocks noGrp="1"/>
          </p:cNvSpPr>
          <p:nvPr>
            <p:ph type="sldNum" idx="12"/>
          </p:nvPr>
        </p:nvSpPr>
        <p:spPr>
          <a:xfrm>
            <a:off x="12001499" y="13085233"/>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ullets">
  <p:cSld name="Bullets">
    <p:spTree>
      <p:nvGrpSpPr>
        <p:cNvPr id="1" name="Shape 34"/>
        <p:cNvGrpSpPr/>
        <p:nvPr/>
      </p:nvGrpSpPr>
      <p:grpSpPr>
        <a:xfrm>
          <a:off x="0" y="0"/>
          <a:ext cx="0" cy="0"/>
          <a:chOff x="0" y="0"/>
          <a:chExt cx="0" cy="0"/>
        </a:xfrm>
      </p:grpSpPr>
      <p:sp>
        <p:nvSpPr>
          <p:cNvPr id="35" name="Google Shape;35;g36bc379c7b1_10_86"/>
          <p:cNvSpPr txBox="1">
            <a:spLocks noGrp="1"/>
          </p:cNvSpPr>
          <p:nvPr>
            <p:ph type="body" idx="1"/>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6" name="Google Shape;36;g36bc379c7b1_10_86"/>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Bullets &amp; Photo">
  <p:cSld name="Title, Bullets &amp; Photo">
    <p:spTree>
      <p:nvGrpSpPr>
        <p:cNvPr id="1" name="Shape 37"/>
        <p:cNvGrpSpPr/>
        <p:nvPr/>
      </p:nvGrpSpPr>
      <p:grpSpPr>
        <a:xfrm>
          <a:off x="0" y="0"/>
          <a:ext cx="0" cy="0"/>
          <a:chOff x="0" y="0"/>
          <a:chExt cx="0" cy="0"/>
        </a:xfrm>
      </p:grpSpPr>
      <p:sp>
        <p:nvSpPr>
          <p:cNvPr id="38" name="Google Shape;38;g36bc379c7b1_10_89"/>
          <p:cNvSpPr txBox="1">
            <a:spLocks noGrp="1"/>
          </p:cNvSpPr>
          <p:nvPr>
            <p:ph type="body" idx="1"/>
          </p:nvPr>
        </p:nvSpPr>
        <p:spPr>
          <a:xfrm>
            <a:off x="1206500" y="2372962"/>
            <a:ext cx="9779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9" name="Google Shape;39;g36bc379c7b1_10_89"/>
          <p:cNvSpPr txBox="1">
            <a:spLocks noGrp="1"/>
          </p:cNvSpPr>
          <p:nvPr>
            <p:ph type="body" idx="2"/>
          </p:nvPr>
        </p:nvSpPr>
        <p:spPr>
          <a:xfrm>
            <a:off x="1206500" y="4248504"/>
            <a:ext cx="9779100" cy="82566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0" name="Google Shape;40;g36bc379c7b1_10_89"/>
          <p:cNvSpPr>
            <a:spLocks noGrp="1"/>
          </p:cNvSpPr>
          <p:nvPr>
            <p:ph type="pic" idx="3"/>
          </p:nvPr>
        </p:nvSpPr>
        <p:spPr>
          <a:xfrm>
            <a:off x="12192000" y="-407266"/>
            <a:ext cx="10917000" cy="14555700"/>
          </a:xfrm>
          <a:prstGeom prst="rect">
            <a:avLst/>
          </a:prstGeom>
          <a:noFill/>
          <a:ln>
            <a:noFill/>
          </a:ln>
        </p:spPr>
      </p:sp>
      <p:sp>
        <p:nvSpPr>
          <p:cNvPr id="41" name="Google Shape;41;g36bc379c7b1_10_89"/>
          <p:cNvSpPr txBox="1">
            <a:spLocks noGrp="1"/>
          </p:cNvSpPr>
          <p:nvPr>
            <p:ph type="title"/>
          </p:nvPr>
        </p:nvSpPr>
        <p:spPr>
          <a:xfrm>
            <a:off x="1206500" y="1079500"/>
            <a:ext cx="9779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2" name="Google Shape;42;g36bc379c7b1_10_89"/>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Bullets &amp; Live Video Small">
  <p:cSld name="Title, Bullets &amp; Live Video Small">
    <p:spTree>
      <p:nvGrpSpPr>
        <p:cNvPr id="1" name="Shape 43"/>
        <p:cNvGrpSpPr/>
        <p:nvPr/>
      </p:nvGrpSpPr>
      <p:grpSpPr>
        <a:xfrm>
          <a:off x="0" y="0"/>
          <a:ext cx="0" cy="0"/>
          <a:chOff x="0" y="0"/>
          <a:chExt cx="0" cy="0"/>
        </a:xfrm>
      </p:grpSpPr>
      <p:sp>
        <p:nvSpPr>
          <p:cNvPr id="44" name="Google Shape;44;g36bc379c7b1_10_95"/>
          <p:cNvSpPr txBox="1">
            <a:spLocks noGrp="1"/>
          </p:cNvSpPr>
          <p:nvPr>
            <p:ph type="body" idx="1"/>
          </p:nvPr>
        </p:nvSpPr>
        <p:spPr>
          <a:xfrm>
            <a:off x="1206500" y="2372962"/>
            <a:ext cx="9779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5" name="Google Shape;45;g36bc379c7b1_10_95"/>
          <p:cNvSpPr txBox="1">
            <a:spLocks noGrp="1"/>
          </p:cNvSpPr>
          <p:nvPr>
            <p:ph type="body" idx="2"/>
          </p:nvPr>
        </p:nvSpPr>
        <p:spPr>
          <a:xfrm>
            <a:off x="1206500" y="4248504"/>
            <a:ext cx="9779100" cy="82566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6" name="Google Shape;46;g36bc379c7b1_10_95"/>
          <p:cNvSpPr txBox="1">
            <a:spLocks noGrp="1"/>
          </p:cNvSpPr>
          <p:nvPr>
            <p:ph type="title"/>
          </p:nvPr>
        </p:nvSpPr>
        <p:spPr>
          <a:xfrm>
            <a:off x="1206500" y="1079500"/>
            <a:ext cx="9779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7" name="Google Shape;47;g36bc379c7b1_10_95"/>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Bullets &amp; Live Video Large">
  <p:cSld name="Title, Bullets &amp; Live Video Large">
    <p:spTree>
      <p:nvGrpSpPr>
        <p:cNvPr id="1" name="Shape 48"/>
        <p:cNvGrpSpPr/>
        <p:nvPr/>
      </p:nvGrpSpPr>
      <p:grpSpPr>
        <a:xfrm>
          <a:off x="0" y="0"/>
          <a:ext cx="0" cy="0"/>
          <a:chOff x="0" y="0"/>
          <a:chExt cx="0" cy="0"/>
        </a:xfrm>
      </p:grpSpPr>
      <p:sp>
        <p:nvSpPr>
          <p:cNvPr id="49" name="Google Shape;49;g36bc379c7b1_10_100"/>
          <p:cNvSpPr txBox="1">
            <a:spLocks noGrp="1"/>
          </p:cNvSpPr>
          <p:nvPr>
            <p:ph type="body" idx="1"/>
          </p:nvPr>
        </p:nvSpPr>
        <p:spPr>
          <a:xfrm>
            <a:off x="1206500" y="2372962"/>
            <a:ext cx="9779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0" name="Google Shape;50;g36bc379c7b1_10_100"/>
          <p:cNvSpPr txBox="1">
            <a:spLocks noGrp="1"/>
          </p:cNvSpPr>
          <p:nvPr>
            <p:ph type="body" idx="2"/>
          </p:nvPr>
        </p:nvSpPr>
        <p:spPr>
          <a:xfrm>
            <a:off x="1206500" y="4248504"/>
            <a:ext cx="9779100" cy="82566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1" name="Google Shape;51;g36bc379c7b1_10_100"/>
          <p:cNvSpPr txBox="1">
            <a:spLocks noGrp="1"/>
          </p:cNvSpPr>
          <p:nvPr>
            <p:ph type="title"/>
          </p:nvPr>
        </p:nvSpPr>
        <p:spPr>
          <a:xfrm>
            <a:off x="1206500" y="1079500"/>
            <a:ext cx="9779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52" name="Google Shape;52;g36bc379c7b1_10_100"/>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p:cSld name="Section">
    <p:spTree>
      <p:nvGrpSpPr>
        <p:cNvPr id="1" name="Shape 53"/>
        <p:cNvGrpSpPr/>
        <p:nvPr/>
      </p:nvGrpSpPr>
      <p:grpSpPr>
        <a:xfrm>
          <a:off x="0" y="0"/>
          <a:ext cx="0" cy="0"/>
          <a:chOff x="0" y="0"/>
          <a:chExt cx="0" cy="0"/>
        </a:xfrm>
      </p:grpSpPr>
      <p:sp>
        <p:nvSpPr>
          <p:cNvPr id="54" name="Google Shape;54;g36bc379c7b1_10_105"/>
          <p:cNvSpPr txBox="1">
            <a:spLocks noGrp="1"/>
          </p:cNvSpPr>
          <p:nvPr>
            <p:ph type="title"/>
          </p:nvPr>
        </p:nvSpPr>
        <p:spPr>
          <a:xfrm>
            <a:off x="1206496" y="4533900"/>
            <a:ext cx="21971100" cy="4648200"/>
          </a:xfrm>
          <a:prstGeom prst="rect">
            <a:avLst/>
          </a:prstGeom>
          <a:noFill/>
          <a:ln>
            <a:noFill/>
          </a:ln>
        </p:spPr>
        <p:txBody>
          <a:bodyPr spcFirstLastPara="1" wrap="square" lIns="50800" tIns="50800" rIns="50800" bIns="50800" anchor="ctr" anchorCtr="0">
            <a:normAutofit/>
          </a:bodyPr>
          <a:lstStyle>
            <a:lvl1pPr lvl="0" algn="l">
              <a:lnSpc>
                <a:spcPct val="80000"/>
              </a:lnSpc>
              <a:spcBef>
                <a:spcPts val="0"/>
              </a:spcBef>
              <a:spcAft>
                <a:spcPts val="0"/>
              </a:spcAft>
              <a:buClr>
                <a:srgbClr val="000000"/>
              </a:buClr>
              <a:buSzPts val="11600"/>
              <a:buFont typeface="Helvetica Neue"/>
              <a:buNone/>
              <a:defRPr sz="11600" b="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55" name="Google Shape;55;g36bc379c7b1_10_105"/>
          <p:cNvSpPr txBox="1">
            <a:spLocks noGrp="1"/>
          </p:cNvSpPr>
          <p:nvPr>
            <p:ph type="sldNum" idx="12"/>
          </p:nvPr>
        </p:nvSpPr>
        <p:spPr>
          <a:xfrm>
            <a:off x="12001499" y="13085233"/>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56"/>
        <p:cNvGrpSpPr/>
        <p:nvPr/>
      </p:nvGrpSpPr>
      <p:grpSpPr>
        <a:xfrm>
          <a:off x="0" y="0"/>
          <a:ext cx="0" cy="0"/>
          <a:chOff x="0" y="0"/>
          <a:chExt cx="0" cy="0"/>
        </a:xfrm>
      </p:grpSpPr>
      <p:sp>
        <p:nvSpPr>
          <p:cNvPr id="57" name="Google Shape;57;g36bc379c7b1_10_108"/>
          <p:cNvSpPr txBox="1">
            <a:spLocks noGrp="1"/>
          </p:cNvSpPr>
          <p:nvPr>
            <p:ph type="title"/>
          </p:nvPr>
        </p:nvSpPr>
        <p:spPr>
          <a:xfrm>
            <a:off x="1206500" y="1079500"/>
            <a:ext cx="21971100" cy="14349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58" name="Google Shape;58;g36bc379c7b1_10_108"/>
          <p:cNvSpPr txBox="1">
            <a:spLocks noGrp="1"/>
          </p:cNvSpPr>
          <p:nvPr>
            <p:ph type="body" idx="1"/>
          </p:nvPr>
        </p:nvSpPr>
        <p:spPr>
          <a:xfrm>
            <a:off x="1206500" y="2372962"/>
            <a:ext cx="21971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9" name="Google Shape;59;g36bc379c7b1_10_108"/>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Agenda">
  <p:cSld name="Agenda">
    <p:spTree>
      <p:nvGrpSpPr>
        <p:cNvPr id="1" name="Shape 60"/>
        <p:cNvGrpSpPr/>
        <p:nvPr/>
      </p:nvGrpSpPr>
      <p:grpSpPr>
        <a:xfrm>
          <a:off x="0" y="0"/>
          <a:ext cx="0" cy="0"/>
          <a:chOff x="0" y="0"/>
          <a:chExt cx="0" cy="0"/>
        </a:xfrm>
      </p:grpSpPr>
      <p:sp>
        <p:nvSpPr>
          <p:cNvPr id="61" name="Google Shape;61;g36bc379c7b1_10_112"/>
          <p:cNvSpPr txBox="1">
            <a:spLocks noGrp="1"/>
          </p:cNvSpPr>
          <p:nvPr>
            <p:ph type="title"/>
          </p:nvPr>
        </p:nvSpPr>
        <p:spPr>
          <a:xfrm>
            <a:off x="1206500" y="1079500"/>
            <a:ext cx="21971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62" name="Google Shape;62;g36bc379c7b1_10_112"/>
          <p:cNvSpPr txBox="1">
            <a:spLocks noGrp="1"/>
          </p:cNvSpPr>
          <p:nvPr>
            <p:ph type="body" idx="1"/>
          </p:nvPr>
        </p:nvSpPr>
        <p:spPr>
          <a:xfrm>
            <a:off x="1206500" y="2372962"/>
            <a:ext cx="21971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3" name="Google Shape;63;g36bc379c7b1_10_112"/>
          <p:cNvSpPr txBox="1">
            <a:spLocks noGrp="1"/>
          </p:cNvSpPr>
          <p:nvPr>
            <p:ph type="body" idx="2"/>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1800"/>
              </a:spcBef>
              <a:spcAft>
                <a:spcPts val="0"/>
              </a:spcAft>
              <a:buClr>
                <a:srgbClr val="000000"/>
              </a:buClr>
              <a:buSzPts val="5500"/>
              <a:buFont typeface="Helvetica Neue"/>
              <a:buNone/>
              <a:defRPr sz="5500"/>
            </a:lvl1pPr>
            <a:lvl2pPr marL="914400" lvl="1" indent="-228600" algn="l">
              <a:lnSpc>
                <a:spcPct val="100000"/>
              </a:lnSpc>
              <a:spcBef>
                <a:spcPts val="1800"/>
              </a:spcBef>
              <a:spcAft>
                <a:spcPts val="0"/>
              </a:spcAft>
              <a:buClr>
                <a:srgbClr val="000000"/>
              </a:buClr>
              <a:buSzPts val="5500"/>
              <a:buFont typeface="Helvetica Neue"/>
              <a:buNone/>
              <a:defRPr sz="5500"/>
            </a:lvl2pPr>
            <a:lvl3pPr marL="1371600" lvl="2" indent="-228600" algn="l">
              <a:lnSpc>
                <a:spcPct val="100000"/>
              </a:lnSpc>
              <a:spcBef>
                <a:spcPts val="1800"/>
              </a:spcBef>
              <a:spcAft>
                <a:spcPts val="0"/>
              </a:spcAft>
              <a:buClr>
                <a:srgbClr val="000000"/>
              </a:buClr>
              <a:buSzPts val="5500"/>
              <a:buFont typeface="Helvetica Neue"/>
              <a:buNone/>
              <a:defRPr sz="5500"/>
            </a:lvl3pPr>
            <a:lvl4pPr marL="1828800" lvl="3" indent="-228600" algn="l">
              <a:lnSpc>
                <a:spcPct val="100000"/>
              </a:lnSpc>
              <a:spcBef>
                <a:spcPts val="1800"/>
              </a:spcBef>
              <a:spcAft>
                <a:spcPts val="0"/>
              </a:spcAft>
              <a:buClr>
                <a:srgbClr val="000000"/>
              </a:buClr>
              <a:buSzPts val="5500"/>
              <a:buFont typeface="Helvetica Neue"/>
              <a:buNone/>
              <a:defRPr sz="5500"/>
            </a:lvl4pPr>
            <a:lvl5pPr marL="2286000" lvl="4" indent="-228600" algn="l">
              <a:lnSpc>
                <a:spcPct val="100000"/>
              </a:lnSpc>
              <a:spcBef>
                <a:spcPts val="1800"/>
              </a:spcBef>
              <a:spcAft>
                <a:spcPts val="0"/>
              </a:spcAft>
              <a:buClr>
                <a:srgbClr val="000000"/>
              </a:buClr>
              <a:buSzPts val="5500"/>
              <a:buFont typeface="Helvetica Neue"/>
              <a:buNone/>
              <a:defRPr sz="5500"/>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4" name="Google Shape;64;g36bc379c7b1_10_112"/>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tatement">
  <p:cSld name="Statement">
    <p:spTree>
      <p:nvGrpSpPr>
        <p:cNvPr id="1" name="Shape 65"/>
        <p:cNvGrpSpPr/>
        <p:nvPr/>
      </p:nvGrpSpPr>
      <p:grpSpPr>
        <a:xfrm>
          <a:off x="0" y="0"/>
          <a:ext cx="0" cy="0"/>
          <a:chOff x="0" y="0"/>
          <a:chExt cx="0" cy="0"/>
        </a:xfrm>
      </p:grpSpPr>
      <p:sp>
        <p:nvSpPr>
          <p:cNvPr id="66" name="Google Shape;66;g36bc379c7b1_10_117"/>
          <p:cNvSpPr txBox="1">
            <a:spLocks noGrp="1"/>
          </p:cNvSpPr>
          <p:nvPr>
            <p:ph type="body" idx="1"/>
          </p:nvPr>
        </p:nvSpPr>
        <p:spPr>
          <a:xfrm>
            <a:off x="1206500" y="4920843"/>
            <a:ext cx="21971100" cy="3874200"/>
          </a:xfrm>
          <a:prstGeom prst="rect">
            <a:avLst/>
          </a:prstGeom>
          <a:noFill/>
          <a:ln>
            <a:noFill/>
          </a:ln>
        </p:spPr>
        <p:txBody>
          <a:bodyPr spcFirstLastPara="1" wrap="square" lIns="50800" tIns="50800" rIns="50800" bIns="50800" anchor="ctr" anchorCtr="0">
            <a:normAutofit/>
          </a:bodyPr>
          <a:lstStyle>
            <a:lvl1pPr marL="457200" lvl="0"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1pPr>
            <a:lvl2pPr marL="914400" lvl="1"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2pPr>
            <a:lvl3pPr marL="1371600" lvl="2"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3pPr>
            <a:lvl4pPr marL="1828800" lvl="3"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4pPr>
            <a:lvl5pPr marL="2286000" lvl="4"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7" name="Google Shape;67;g36bc379c7b1_10_117"/>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Big Fact">
  <p:cSld name="Big Fact">
    <p:spTree>
      <p:nvGrpSpPr>
        <p:cNvPr id="1" name="Shape 68"/>
        <p:cNvGrpSpPr/>
        <p:nvPr/>
      </p:nvGrpSpPr>
      <p:grpSpPr>
        <a:xfrm>
          <a:off x="0" y="0"/>
          <a:ext cx="0" cy="0"/>
          <a:chOff x="0" y="0"/>
          <a:chExt cx="0" cy="0"/>
        </a:xfrm>
      </p:grpSpPr>
      <p:sp>
        <p:nvSpPr>
          <p:cNvPr id="69" name="Google Shape;69;g36bc379c7b1_10_120"/>
          <p:cNvSpPr txBox="1">
            <a:spLocks noGrp="1"/>
          </p:cNvSpPr>
          <p:nvPr>
            <p:ph type="body" idx="1"/>
          </p:nvPr>
        </p:nvSpPr>
        <p:spPr>
          <a:xfrm>
            <a:off x="1206500" y="1075927"/>
            <a:ext cx="21971100" cy="7241700"/>
          </a:xfrm>
          <a:prstGeom prst="rect">
            <a:avLst/>
          </a:prstGeom>
          <a:noFill/>
          <a:ln>
            <a:noFill/>
          </a:ln>
        </p:spPr>
        <p:txBody>
          <a:bodyPr spcFirstLastPara="1" wrap="square" lIns="50800" tIns="50800" rIns="50800" bIns="50800" anchor="b" anchorCtr="0">
            <a:normAutofit/>
          </a:bodyPr>
          <a:lstStyle>
            <a:lvl1pPr marL="457200" lvl="0" indent="-228600" algn="ctr">
              <a:lnSpc>
                <a:spcPct val="80000"/>
              </a:lnSpc>
              <a:spcBef>
                <a:spcPts val="0"/>
              </a:spcBef>
              <a:spcAft>
                <a:spcPts val="0"/>
              </a:spcAft>
              <a:buClr>
                <a:srgbClr val="000000"/>
              </a:buClr>
              <a:buSzPts val="25000"/>
              <a:buFont typeface="Helvetica Neue"/>
              <a:buNone/>
              <a:defRPr sz="25000" b="1"/>
            </a:lvl1pPr>
            <a:lvl2pPr marL="914400" lvl="1" indent="-228600" algn="ctr">
              <a:lnSpc>
                <a:spcPct val="80000"/>
              </a:lnSpc>
              <a:spcBef>
                <a:spcPts val="0"/>
              </a:spcBef>
              <a:spcAft>
                <a:spcPts val="0"/>
              </a:spcAft>
              <a:buClr>
                <a:srgbClr val="000000"/>
              </a:buClr>
              <a:buSzPts val="25000"/>
              <a:buFont typeface="Helvetica Neue"/>
              <a:buNone/>
              <a:defRPr sz="25000" b="1"/>
            </a:lvl2pPr>
            <a:lvl3pPr marL="1371600" lvl="2" indent="-228600" algn="ctr">
              <a:lnSpc>
                <a:spcPct val="80000"/>
              </a:lnSpc>
              <a:spcBef>
                <a:spcPts val="0"/>
              </a:spcBef>
              <a:spcAft>
                <a:spcPts val="0"/>
              </a:spcAft>
              <a:buClr>
                <a:srgbClr val="000000"/>
              </a:buClr>
              <a:buSzPts val="25000"/>
              <a:buFont typeface="Helvetica Neue"/>
              <a:buNone/>
              <a:defRPr sz="25000" b="1"/>
            </a:lvl3pPr>
            <a:lvl4pPr marL="1828800" lvl="3" indent="-228600" algn="ctr">
              <a:lnSpc>
                <a:spcPct val="80000"/>
              </a:lnSpc>
              <a:spcBef>
                <a:spcPts val="0"/>
              </a:spcBef>
              <a:spcAft>
                <a:spcPts val="0"/>
              </a:spcAft>
              <a:buClr>
                <a:srgbClr val="000000"/>
              </a:buClr>
              <a:buSzPts val="25000"/>
              <a:buFont typeface="Helvetica Neue"/>
              <a:buNone/>
              <a:defRPr sz="25000" b="1"/>
            </a:lvl4pPr>
            <a:lvl5pPr marL="2286000" lvl="4" indent="-228600" algn="ctr">
              <a:lnSpc>
                <a:spcPct val="80000"/>
              </a:lnSpc>
              <a:spcBef>
                <a:spcPts val="0"/>
              </a:spcBef>
              <a:spcAft>
                <a:spcPts val="0"/>
              </a:spcAft>
              <a:buClr>
                <a:srgbClr val="000000"/>
              </a:buClr>
              <a:buSzPts val="25000"/>
              <a:buFont typeface="Helvetica Neue"/>
              <a:buNone/>
              <a:defRPr sz="250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0" name="Google Shape;70;g36bc379c7b1_10_120"/>
          <p:cNvSpPr txBox="1">
            <a:spLocks noGrp="1"/>
          </p:cNvSpPr>
          <p:nvPr>
            <p:ph type="body" idx="2"/>
          </p:nvPr>
        </p:nvSpPr>
        <p:spPr>
          <a:xfrm>
            <a:off x="1206500" y="8262180"/>
            <a:ext cx="21971100" cy="93480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1" name="Google Shape;71;g36bc379c7b1_10_120"/>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Quote">
  <p:cSld name="Quote">
    <p:spTree>
      <p:nvGrpSpPr>
        <p:cNvPr id="1" name="Shape 72"/>
        <p:cNvGrpSpPr/>
        <p:nvPr/>
      </p:nvGrpSpPr>
      <p:grpSpPr>
        <a:xfrm>
          <a:off x="0" y="0"/>
          <a:ext cx="0" cy="0"/>
          <a:chOff x="0" y="0"/>
          <a:chExt cx="0" cy="0"/>
        </a:xfrm>
      </p:grpSpPr>
      <p:sp>
        <p:nvSpPr>
          <p:cNvPr id="73" name="Google Shape;73;g36bc379c7b1_10_124"/>
          <p:cNvSpPr txBox="1">
            <a:spLocks noGrp="1"/>
          </p:cNvSpPr>
          <p:nvPr>
            <p:ph type="body" idx="1"/>
          </p:nvPr>
        </p:nvSpPr>
        <p:spPr>
          <a:xfrm>
            <a:off x="2430025" y="10675453"/>
            <a:ext cx="20200200" cy="6369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4" name="Google Shape;74;g36bc379c7b1_10_124"/>
          <p:cNvSpPr txBox="1">
            <a:spLocks noGrp="1"/>
          </p:cNvSpPr>
          <p:nvPr>
            <p:ph type="body" idx="2"/>
          </p:nvPr>
        </p:nvSpPr>
        <p:spPr>
          <a:xfrm>
            <a:off x="1753923" y="4939860"/>
            <a:ext cx="20876100" cy="3836400"/>
          </a:xfrm>
          <a:prstGeom prst="rect">
            <a:avLst/>
          </a:prstGeom>
          <a:noFill/>
          <a:ln>
            <a:noFill/>
          </a:ln>
        </p:spPr>
        <p:txBody>
          <a:bodyPr spcFirstLastPara="1" wrap="square" lIns="50800" tIns="50800" rIns="50800" bIns="50800" anchor="t" anchorCtr="0">
            <a:normAutofit/>
          </a:bodyPr>
          <a:lstStyle>
            <a:lvl1pPr marL="457200" lvl="0"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1pPr>
            <a:lvl2pPr marL="914400" lvl="1"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2pPr>
            <a:lvl3pPr marL="1371600" lvl="2"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3pPr>
            <a:lvl4pPr marL="1828800" lvl="3"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4pPr>
            <a:lvl5pPr marL="2286000" lvl="4"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5" name="Google Shape;75;g36bc379c7b1_10_124"/>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Photo - 3 Up">
  <p:cSld name="Photo - 3 Up">
    <p:spTree>
      <p:nvGrpSpPr>
        <p:cNvPr id="1" name="Shape 76"/>
        <p:cNvGrpSpPr/>
        <p:nvPr/>
      </p:nvGrpSpPr>
      <p:grpSpPr>
        <a:xfrm>
          <a:off x="0" y="0"/>
          <a:ext cx="0" cy="0"/>
          <a:chOff x="0" y="0"/>
          <a:chExt cx="0" cy="0"/>
        </a:xfrm>
      </p:grpSpPr>
      <p:sp>
        <p:nvSpPr>
          <p:cNvPr id="77" name="Google Shape;77;g36bc379c7b1_10_128"/>
          <p:cNvSpPr>
            <a:spLocks noGrp="1"/>
          </p:cNvSpPr>
          <p:nvPr>
            <p:ph type="pic" idx="2"/>
          </p:nvPr>
        </p:nvSpPr>
        <p:spPr>
          <a:xfrm>
            <a:off x="15760700" y="1016000"/>
            <a:ext cx="7439100" cy="5949600"/>
          </a:xfrm>
          <a:prstGeom prst="rect">
            <a:avLst/>
          </a:prstGeom>
          <a:noFill/>
          <a:ln>
            <a:noFill/>
          </a:ln>
        </p:spPr>
      </p:sp>
      <p:sp>
        <p:nvSpPr>
          <p:cNvPr id="78" name="Google Shape;78;g36bc379c7b1_10_128"/>
          <p:cNvSpPr>
            <a:spLocks noGrp="1"/>
          </p:cNvSpPr>
          <p:nvPr>
            <p:ph type="pic" idx="3"/>
          </p:nvPr>
        </p:nvSpPr>
        <p:spPr>
          <a:xfrm>
            <a:off x="13500100" y="3978275"/>
            <a:ext cx="10439400" cy="12150300"/>
          </a:xfrm>
          <a:prstGeom prst="rect">
            <a:avLst/>
          </a:prstGeom>
          <a:noFill/>
          <a:ln>
            <a:noFill/>
          </a:ln>
        </p:spPr>
      </p:sp>
      <p:sp>
        <p:nvSpPr>
          <p:cNvPr id="79" name="Google Shape;79;g36bc379c7b1_10_128"/>
          <p:cNvSpPr>
            <a:spLocks noGrp="1"/>
          </p:cNvSpPr>
          <p:nvPr>
            <p:ph type="pic" idx="4"/>
          </p:nvPr>
        </p:nvSpPr>
        <p:spPr>
          <a:xfrm>
            <a:off x="-139700" y="495300"/>
            <a:ext cx="16611600" cy="12458700"/>
          </a:xfrm>
          <a:prstGeom prst="rect">
            <a:avLst/>
          </a:prstGeom>
          <a:noFill/>
          <a:ln>
            <a:noFill/>
          </a:ln>
        </p:spPr>
      </p:sp>
      <p:sp>
        <p:nvSpPr>
          <p:cNvPr id="80" name="Google Shape;80;g36bc379c7b1_10_128"/>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Photo">
  <p:cSld name="Photo">
    <p:spTree>
      <p:nvGrpSpPr>
        <p:cNvPr id="1" name="Shape 81"/>
        <p:cNvGrpSpPr/>
        <p:nvPr/>
      </p:nvGrpSpPr>
      <p:grpSpPr>
        <a:xfrm>
          <a:off x="0" y="0"/>
          <a:ext cx="0" cy="0"/>
          <a:chOff x="0" y="0"/>
          <a:chExt cx="0" cy="0"/>
        </a:xfrm>
      </p:grpSpPr>
      <p:sp>
        <p:nvSpPr>
          <p:cNvPr id="82" name="Google Shape;82;g36bc379c7b1_10_133"/>
          <p:cNvSpPr>
            <a:spLocks noGrp="1"/>
          </p:cNvSpPr>
          <p:nvPr>
            <p:ph type="pic" idx="2"/>
          </p:nvPr>
        </p:nvSpPr>
        <p:spPr>
          <a:xfrm>
            <a:off x="-1333500" y="-5524500"/>
            <a:ext cx="27051000" cy="21640800"/>
          </a:xfrm>
          <a:prstGeom prst="rect">
            <a:avLst/>
          </a:prstGeom>
          <a:noFill/>
          <a:ln>
            <a:noFill/>
          </a:ln>
        </p:spPr>
      </p:sp>
      <p:sp>
        <p:nvSpPr>
          <p:cNvPr id="83" name="Google Shape;83;g36bc379c7b1_10_133"/>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FFFFFF"/>
              </a:buClr>
              <a:buSzPts val="1800"/>
              <a:buFont typeface="Helvetica Neue"/>
              <a:buNone/>
              <a:defRPr>
                <a:solidFill>
                  <a:srgbClr val="FFFFFF"/>
                </a:solidFill>
              </a:defRPr>
            </a:lvl1pPr>
            <a:lvl2pPr marL="0" marR="0" lvl="1" indent="0" algn="ctr">
              <a:lnSpc>
                <a:spcPct val="100000"/>
              </a:lnSpc>
              <a:spcBef>
                <a:spcPts val="0"/>
              </a:spcBef>
              <a:spcAft>
                <a:spcPts val="0"/>
              </a:spcAft>
              <a:buClr>
                <a:srgbClr val="FFFFFF"/>
              </a:buClr>
              <a:buSzPts val="1800"/>
              <a:buFont typeface="Helvetica Neue"/>
              <a:buNone/>
              <a:defRPr>
                <a:solidFill>
                  <a:srgbClr val="FFFFFF"/>
                </a:solidFill>
              </a:defRPr>
            </a:lvl2pPr>
            <a:lvl3pPr marL="0" marR="0" lvl="2" indent="0" algn="ctr">
              <a:lnSpc>
                <a:spcPct val="100000"/>
              </a:lnSpc>
              <a:spcBef>
                <a:spcPts val="0"/>
              </a:spcBef>
              <a:spcAft>
                <a:spcPts val="0"/>
              </a:spcAft>
              <a:buClr>
                <a:srgbClr val="FFFFFF"/>
              </a:buClr>
              <a:buSzPts val="1800"/>
              <a:buFont typeface="Helvetica Neue"/>
              <a:buNone/>
              <a:defRPr>
                <a:solidFill>
                  <a:srgbClr val="FFFFFF"/>
                </a:solidFill>
              </a:defRPr>
            </a:lvl3pPr>
            <a:lvl4pPr marL="0" marR="0" lvl="3" indent="0" algn="ctr">
              <a:lnSpc>
                <a:spcPct val="100000"/>
              </a:lnSpc>
              <a:spcBef>
                <a:spcPts val="0"/>
              </a:spcBef>
              <a:spcAft>
                <a:spcPts val="0"/>
              </a:spcAft>
              <a:buClr>
                <a:srgbClr val="FFFFFF"/>
              </a:buClr>
              <a:buSzPts val="1800"/>
              <a:buFont typeface="Helvetica Neue"/>
              <a:buNone/>
              <a:defRPr>
                <a:solidFill>
                  <a:srgbClr val="FFFFFF"/>
                </a:solidFill>
              </a:defRPr>
            </a:lvl4pPr>
            <a:lvl5pPr marL="0" marR="0" lvl="4" indent="0" algn="ctr">
              <a:lnSpc>
                <a:spcPct val="100000"/>
              </a:lnSpc>
              <a:spcBef>
                <a:spcPts val="0"/>
              </a:spcBef>
              <a:spcAft>
                <a:spcPts val="0"/>
              </a:spcAft>
              <a:buClr>
                <a:srgbClr val="FFFFFF"/>
              </a:buClr>
              <a:buSzPts val="1800"/>
              <a:buFont typeface="Helvetica Neue"/>
              <a:buNone/>
              <a:defRPr>
                <a:solidFill>
                  <a:srgbClr val="FFFFFF"/>
                </a:solidFill>
              </a:defRPr>
            </a:lvl5pPr>
            <a:lvl6pPr marL="0" marR="0" lvl="5" indent="0" algn="ctr">
              <a:lnSpc>
                <a:spcPct val="100000"/>
              </a:lnSpc>
              <a:spcBef>
                <a:spcPts val="0"/>
              </a:spcBef>
              <a:spcAft>
                <a:spcPts val="0"/>
              </a:spcAft>
              <a:buClr>
                <a:srgbClr val="FFFFFF"/>
              </a:buClr>
              <a:buSzPts val="1800"/>
              <a:buFont typeface="Helvetica Neue"/>
              <a:buNone/>
              <a:defRPr>
                <a:solidFill>
                  <a:srgbClr val="FFFFFF"/>
                </a:solidFill>
              </a:defRPr>
            </a:lvl6pPr>
            <a:lvl7pPr marL="0" marR="0" lvl="6" indent="0" algn="ctr">
              <a:lnSpc>
                <a:spcPct val="100000"/>
              </a:lnSpc>
              <a:spcBef>
                <a:spcPts val="0"/>
              </a:spcBef>
              <a:spcAft>
                <a:spcPts val="0"/>
              </a:spcAft>
              <a:buClr>
                <a:srgbClr val="FFFFFF"/>
              </a:buClr>
              <a:buSzPts val="1800"/>
              <a:buFont typeface="Helvetica Neue"/>
              <a:buNone/>
              <a:defRPr>
                <a:solidFill>
                  <a:srgbClr val="FFFFFF"/>
                </a:solidFill>
              </a:defRPr>
            </a:lvl7pPr>
            <a:lvl8pPr marL="0" marR="0" lvl="7" indent="0" algn="ctr">
              <a:lnSpc>
                <a:spcPct val="100000"/>
              </a:lnSpc>
              <a:spcBef>
                <a:spcPts val="0"/>
              </a:spcBef>
              <a:spcAft>
                <a:spcPts val="0"/>
              </a:spcAft>
              <a:buClr>
                <a:srgbClr val="FFFFFF"/>
              </a:buClr>
              <a:buSzPts val="1800"/>
              <a:buFont typeface="Helvetica Neue"/>
              <a:buNone/>
              <a:defRPr>
                <a:solidFill>
                  <a:srgbClr val="FFFFFF"/>
                </a:solidFill>
              </a:defRPr>
            </a:lvl8pPr>
            <a:lvl9pPr marL="0" marR="0" lvl="8" indent="0" algn="ctr">
              <a:lnSpc>
                <a:spcPct val="100000"/>
              </a:lnSpc>
              <a:spcBef>
                <a:spcPts val="0"/>
              </a:spcBef>
              <a:spcAft>
                <a:spcPts val="0"/>
              </a:spcAft>
              <a:buClr>
                <a:srgbClr val="FFFFFF"/>
              </a:buClr>
              <a:buSzPts val="1800"/>
              <a:buFont typeface="Helvetica Neue"/>
              <a:buNone/>
              <a:defRPr>
                <a:solidFill>
                  <a:srgbClr val="FFFFFF"/>
                </a:solidFill>
              </a:defRPr>
            </a:lvl9pPr>
          </a:lstStyle>
          <a:p>
            <a:pPr marL="0" lvl="0" indent="0" algn="ctr" rtl="0">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84"/>
        <p:cNvGrpSpPr/>
        <p:nvPr/>
      </p:nvGrpSpPr>
      <p:grpSpPr>
        <a:xfrm>
          <a:off x="0" y="0"/>
          <a:ext cx="0" cy="0"/>
          <a:chOff x="0" y="0"/>
          <a:chExt cx="0" cy="0"/>
        </a:xfrm>
      </p:grpSpPr>
      <p:sp>
        <p:nvSpPr>
          <p:cNvPr id="85" name="Google Shape;85;g36bc379c7b1_10_136"/>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g36bc379c7b1_10_57"/>
          <p:cNvSpPr txBox="1">
            <a:spLocks noGrp="1"/>
          </p:cNvSpPr>
          <p:nvPr>
            <p:ph type="title"/>
          </p:nvPr>
        </p:nvSpPr>
        <p:spPr>
          <a:xfrm>
            <a:off x="1206500" y="1079500"/>
            <a:ext cx="21971100" cy="1433100"/>
          </a:xfrm>
          <a:prstGeom prst="rect">
            <a:avLst/>
          </a:prstGeom>
          <a:noFill/>
          <a:ln>
            <a:noFill/>
          </a:ln>
        </p:spPr>
        <p:txBody>
          <a:bodyPr spcFirstLastPara="1" wrap="square" lIns="50800" tIns="50800" rIns="50800" bIns="50800" anchor="t" anchorCtr="0">
            <a:normAutofit/>
          </a:bodyPr>
          <a:lstStyle>
            <a:lvl1pPr marR="0" lvl="0"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1pPr>
            <a:lvl2pPr marR="0" lvl="1"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2pPr>
            <a:lvl3pPr marR="0" lvl="2"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3pPr>
            <a:lvl4pPr marR="0" lvl="3"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4pPr>
            <a:lvl5pPr marR="0" lvl="4"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5pPr>
            <a:lvl6pPr marR="0" lvl="5"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6pPr>
            <a:lvl7pPr marR="0" lvl="6"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7pPr>
            <a:lvl8pPr marR="0" lvl="7"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8pPr>
            <a:lvl9pPr marR="0" lvl="8"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g36bc379c7b1_10_57"/>
          <p:cNvSpPr txBox="1">
            <a:spLocks noGrp="1"/>
          </p:cNvSpPr>
          <p:nvPr>
            <p:ph type="body" idx="1"/>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marR="0" lvl="0"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1pPr>
            <a:lvl2pPr marL="914400" marR="0" lvl="1"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2pPr>
            <a:lvl3pPr marL="1371600" marR="0" lvl="2"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3pPr>
            <a:lvl4pPr marL="1828800" marR="0" lvl="3"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4pPr>
            <a:lvl5pPr marL="2286000" marR="0" lvl="4"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5pPr>
            <a:lvl6pPr marL="2743200" marR="0" lvl="5"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6pPr>
            <a:lvl7pPr marL="3200400" marR="0" lvl="6"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7pPr>
            <a:lvl8pPr marL="3657600" marR="0" lvl="7"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8pPr>
            <a:lvl9pPr marL="4114800" marR="0" lvl="8" indent="-603503"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9pPr>
          </a:lstStyle>
          <a:p>
            <a:endParaRPr/>
          </a:p>
        </p:txBody>
      </p:sp>
      <p:pic>
        <p:nvPicPr>
          <p:cNvPr id="8" name="Google Shape;8;g36bc379c7b1_10_57" descr="pasted-movie.heif"/>
          <p:cNvPicPr preferRelativeResize="0"/>
          <p:nvPr/>
        </p:nvPicPr>
        <p:blipFill rotWithShape="1">
          <a:blip r:embed="rId19">
            <a:alphaModFix/>
          </a:blip>
          <a:srcRect t="388" r="85220" b="388"/>
          <a:stretch/>
        </p:blipFill>
        <p:spPr>
          <a:xfrm>
            <a:off x="67789" y="52176"/>
            <a:ext cx="1490826" cy="1801247"/>
          </a:xfrm>
          <a:prstGeom prst="rect">
            <a:avLst/>
          </a:prstGeom>
          <a:noFill/>
          <a:ln>
            <a:noFill/>
          </a:ln>
        </p:spPr>
      </p:pic>
      <p:pic>
        <p:nvPicPr>
          <p:cNvPr id="9" name="Google Shape;9;g36bc379c7b1_10_57" descr="pasted-movie.heif"/>
          <p:cNvPicPr preferRelativeResize="0"/>
          <p:nvPr/>
        </p:nvPicPr>
        <p:blipFill rotWithShape="1">
          <a:blip r:embed="rId20">
            <a:alphaModFix/>
          </a:blip>
          <a:srcRect l="50059" r="33607"/>
          <a:stretch/>
        </p:blipFill>
        <p:spPr>
          <a:xfrm>
            <a:off x="22617501" y="39476"/>
            <a:ext cx="1658035" cy="1826982"/>
          </a:xfrm>
          <a:prstGeom prst="rect">
            <a:avLst/>
          </a:prstGeom>
          <a:noFill/>
          <a:ln>
            <a:noFill/>
          </a:ln>
        </p:spPr>
      </p:pic>
      <p:sp>
        <p:nvSpPr>
          <p:cNvPr id="10" name="Google Shape;10;g36bc379c7b1_10_57"/>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 /><Relationship Id="rId7" Type="http://schemas.microsoft.com/office/2007/relationships/diagramDrawing" Target="../diagrams/drawing1.xml" /><Relationship Id="rId2" Type="http://schemas.openxmlformats.org/officeDocument/2006/relationships/notesSlide" Target="../notesSlides/notesSlide3.xml" /><Relationship Id="rId1" Type="http://schemas.openxmlformats.org/officeDocument/2006/relationships/slideLayout" Target="../slideLayouts/slideLayout2.xml" /><Relationship Id="rId6" Type="http://schemas.openxmlformats.org/officeDocument/2006/relationships/diagramColors" Target="../diagrams/colors1.xml" /><Relationship Id="rId5" Type="http://schemas.openxmlformats.org/officeDocument/2006/relationships/diagramQuickStyle" Target="../diagrams/quickStyle1.xml" /><Relationship Id="rId4" Type="http://schemas.openxmlformats.org/officeDocument/2006/relationships/diagramLayout" Target="../diagrams/layout1.xml" /></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 /><Relationship Id="rId7" Type="http://schemas.microsoft.com/office/2007/relationships/diagramDrawing" Target="../diagrams/drawing2.xml" /><Relationship Id="rId2" Type="http://schemas.openxmlformats.org/officeDocument/2006/relationships/notesSlide" Target="../notesSlides/notesSlide4.xml" /><Relationship Id="rId1" Type="http://schemas.openxmlformats.org/officeDocument/2006/relationships/slideLayout" Target="../slideLayouts/slideLayout2.xml" /><Relationship Id="rId6" Type="http://schemas.openxmlformats.org/officeDocument/2006/relationships/diagramColors" Target="../diagrams/colors2.xml" /><Relationship Id="rId5" Type="http://schemas.openxmlformats.org/officeDocument/2006/relationships/diagramQuickStyle" Target="../diagrams/quickStyle2.xml" /><Relationship Id="rId4" Type="http://schemas.openxmlformats.org/officeDocument/2006/relationships/diagramLayout" Target="../diagrams/layout2.xml" /></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 /><Relationship Id="rId7" Type="http://schemas.microsoft.com/office/2007/relationships/diagramDrawing" Target="../diagrams/drawing3.xml" /><Relationship Id="rId2" Type="http://schemas.openxmlformats.org/officeDocument/2006/relationships/notesSlide" Target="../notesSlides/notesSlide5.xml" /><Relationship Id="rId1" Type="http://schemas.openxmlformats.org/officeDocument/2006/relationships/slideLayout" Target="../slideLayouts/slideLayout2.xml" /><Relationship Id="rId6" Type="http://schemas.openxmlformats.org/officeDocument/2006/relationships/diagramColors" Target="../diagrams/colors3.xml" /><Relationship Id="rId5" Type="http://schemas.openxmlformats.org/officeDocument/2006/relationships/diagramQuickStyle" Target="../diagrams/quickStyle3.xml" /><Relationship Id="rId4" Type="http://schemas.openxmlformats.org/officeDocument/2006/relationships/diagramLayout" Target="../diagrams/layout3.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 /><Relationship Id="rId2" Type="http://schemas.openxmlformats.org/officeDocument/2006/relationships/diagramData" Target="../diagrams/data4.xml" /><Relationship Id="rId1" Type="http://schemas.openxmlformats.org/officeDocument/2006/relationships/slideLayout" Target="../slideLayouts/slideLayout1.xml" /><Relationship Id="rId6" Type="http://schemas.microsoft.com/office/2007/relationships/diagramDrawing" Target="../diagrams/drawing4.xml" /><Relationship Id="rId5" Type="http://schemas.openxmlformats.org/officeDocument/2006/relationships/diagramColors" Target="../diagrams/colors4.xml" /><Relationship Id="rId4" Type="http://schemas.openxmlformats.org/officeDocument/2006/relationships/diagramQuickStyle" Target="../diagrams/quickStyle4.xml" /></Relationships>
</file>

<file path=ppt/slides/_rels/slide8.xml.rels><?xml version="1.0" encoding="UTF-8" standalone="yes"?>
<Relationships xmlns="http://schemas.openxmlformats.org/package/2006/relationships"><Relationship Id="rId8" Type="http://schemas.openxmlformats.org/officeDocument/2006/relationships/image" Target="../media/image4.png" /><Relationship Id="rId3" Type="http://schemas.openxmlformats.org/officeDocument/2006/relationships/diagramData" Target="../diagrams/data5.xml" /><Relationship Id="rId7" Type="http://schemas.microsoft.com/office/2007/relationships/diagramDrawing" Target="../diagrams/drawing5.xml" /><Relationship Id="rId2" Type="http://schemas.openxmlformats.org/officeDocument/2006/relationships/notesSlide" Target="../notesSlides/notesSlide7.xml" /><Relationship Id="rId1" Type="http://schemas.openxmlformats.org/officeDocument/2006/relationships/slideLayout" Target="../slideLayouts/slideLayout2.xml" /><Relationship Id="rId6" Type="http://schemas.openxmlformats.org/officeDocument/2006/relationships/diagramColors" Target="../diagrams/colors5.xml" /><Relationship Id="rId5" Type="http://schemas.openxmlformats.org/officeDocument/2006/relationships/diagramQuickStyle" Target="../diagrams/quickStyle5.xml" /><Relationship Id="rId4" Type="http://schemas.openxmlformats.org/officeDocument/2006/relationships/diagramLayout" Target="../diagrams/layout5.xml" /></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 /><Relationship Id="rId7" Type="http://schemas.microsoft.com/office/2007/relationships/diagramDrawing" Target="../diagrams/drawing6.xml" /><Relationship Id="rId2" Type="http://schemas.openxmlformats.org/officeDocument/2006/relationships/notesSlide" Target="../notesSlides/notesSlide8.xml" /><Relationship Id="rId1" Type="http://schemas.openxmlformats.org/officeDocument/2006/relationships/slideLayout" Target="../slideLayouts/slideLayout2.xml" /><Relationship Id="rId6" Type="http://schemas.openxmlformats.org/officeDocument/2006/relationships/diagramColors" Target="../diagrams/colors6.xml" /><Relationship Id="rId5" Type="http://schemas.openxmlformats.org/officeDocument/2006/relationships/diagramQuickStyle" Target="../diagrams/quickStyle6.xml" /><Relationship Id="rId4" Type="http://schemas.openxmlformats.org/officeDocument/2006/relationships/diagramLayout" Target="../diagrams/layout6.xml" /></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 /><Relationship Id="rId7" Type="http://schemas.microsoft.com/office/2007/relationships/diagramDrawing" Target="../diagrams/drawing7.xml" /><Relationship Id="rId2" Type="http://schemas.openxmlformats.org/officeDocument/2006/relationships/notesSlide" Target="../notesSlides/notesSlide9.xml" /><Relationship Id="rId1" Type="http://schemas.openxmlformats.org/officeDocument/2006/relationships/slideLayout" Target="../slideLayouts/slideLayout2.xml" /><Relationship Id="rId6" Type="http://schemas.openxmlformats.org/officeDocument/2006/relationships/diagramColors" Target="../diagrams/colors7.xml" /><Relationship Id="rId5" Type="http://schemas.openxmlformats.org/officeDocument/2006/relationships/diagramQuickStyle" Target="../diagrams/quickStyle7.xml" /><Relationship Id="rId4" Type="http://schemas.openxmlformats.org/officeDocument/2006/relationships/diagramLayout" Target="../diagrams/layout7.xml" /></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8.xml" /><Relationship Id="rId7" Type="http://schemas.microsoft.com/office/2007/relationships/diagramDrawing" Target="../diagrams/drawing8.xml" /><Relationship Id="rId2" Type="http://schemas.openxmlformats.org/officeDocument/2006/relationships/notesSlide" Target="../notesSlides/notesSlide10.xml" /><Relationship Id="rId1" Type="http://schemas.openxmlformats.org/officeDocument/2006/relationships/slideLayout" Target="../slideLayouts/slideLayout2.xml" /><Relationship Id="rId6" Type="http://schemas.openxmlformats.org/officeDocument/2006/relationships/diagramColors" Target="../diagrams/colors8.xml" /><Relationship Id="rId5" Type="http://schemas.openxmlformats.org/officeDocument/2006/relationships/diagramQuickStyle" Target="../diagrams/quickStyle8.xml" /><Relationship Id="rId4" Type="http://schemas.openxmlformats.org/officeDocument/2006/relationships/diagramLayout" Target="../diagrams/layout8.xml" /></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9.xml" /><Relationship Id="rId7" Type="http://schemas.microsoft.com/office/2007/relationships/diagramDrawing" Target="../diagrams/drawing9.xml" /><Relationship Id="rId2" Type="http://schemas.openxmlformats.org/officeDocument/2006/relationships/notesSlide" Target="../notesSlides/notesSlide11.xml" /><Relationship Id="rId1" Type="http://schemas.openxmlformats.org/officeDocument/2006/relationships/slideLayout" Target="../slideLayouts/slideLayout2.xml" /><Relationship Id="rId6" Type="http://schemas.openxmlformats.org/officeDocument/2006/relationships/diagramColors" Target="../diagrams/colors9.xml" /><Relationship Id="rId5" Type="http://schemas.openxmlformats.org/officeDocument/2006/relationships/diagramQuickStyle" Target="../diagrams/quickStyle9.xml" /><Relationship Id="rId4" Type="http://schemas.openxmlformats.org/officeDocument/2006/relationships/diagramLayout" Target="../diagrams/layout9.xml" /></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0.xml" /><Relationship Id="rId7" Type="http://schemas.microsoft.com/office/2007/relationships/diagramDrawing" Target="../diagrams/drawing10.xml" /><Relationship Id="rId2" Type="http://schemas.openxmlformats.org/officeDocument/2006/relationships/notesSlide" Target="../notesSlides/notesSlide12.xml" /><Relationship Id="rId1" Type="http://schemas.openxmlformats.org/officeDocument/2006/relationships/slideLayout" Target="../slideLayouts/slideLayout2.xml" /><Relationship Id="rId6" Type="http://schemas.openxmlformats.org/officeDocument/2006/relationships/diagramColors" Target="../diagrams/colors10.xml" /><Relationship Id="rId5" Type="http://schemas.openxmlformats.org/officeDocument/2006/relationships/diagramQuickStyle" Target="../diagrams/quickStyle10.xml" /><Relationship Id="rId4" Type="http://schemas.openxmlformats.org/officeDocument/2006/relationships/diagramLayout" Target="../diagrams/layout10.xml" /></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1.xml" /><Relationship Id="rId7" Type="http://schemas.microsoft.com/office/2007/relationships/diagramDrawing" Target="../diagrams/drawing11.xml" /><Relationship Id="rId2" Type="http://schemas.openxmlformats.org/officeDocument/2006/relationships/notesSlide" Target="../notesSlides/notesSlide13.xml" /><Relationship Id="rId1" Type="http://schemas.openxmlformats.org/officeDocument/2006/relationships/slideLayout" Target="../slideLayouts/slideLayout2.xml" /><Relationship Id="rId6" Type="http://schemas.openxmlformats.org/officeDocument/2006/relationships/diagramColors" Target="../diagrams/colors11.xml" /><Relationship Id="rId5" Type="http://schemas.openxmlformats.org/officeDocument/2006/relationships/diagramQuickStyle" Target="../diagrams/quickStyle11.xml" /><Relationship Id="rId4" Type="http://schemas.openxmlformats.org/officeDocument/2006/relationships/diagramLayout" Target="../diagrams/layout11.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2.xml" /><Relationship Id="rId7" Type="http://schemas.microsoft.com/office/2007/relationships/diagramDrawing" Target="../diagrams/drawing12.xml" /><Relationship Id="rId2" Type="http://schemas.openxmlformats.org/officeDocument/2006/relationships/notesSlide" Target="../notesSlides/notesSlide14.xml" /><Relationship Id="rId1" Type="http://schemas.openxmlformats.org/officeDocument/2006/relationships/slideLayout" Target="../slideLayouts/slideLayout2.xml" /><Relationship Id="rId6" Type="http://schemas.openxmlformats.org/officeDocument/2006/relationships/diagramColors" Target="../diagrams/colors12.xml" /><Relationship Id="rId5" Type="http://schemas.openxmlformats.org/officeDocument/2006/relationships/diagramQuickStyle" Target="../diagrams/quickStyle12.xml" /><Relationship Id="rId4" Type="http://schemas.openxmlformats.org/officeDocument/2006/relationships/diagramLayout" Target="../diagrams/layout12.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6bc379c7b1_0_551"/>
          <p:cNvSpPr txBox="1">
            <a:spLocks noGrp="1"/>
          </p:cNvSpPr>
          <p:nvPr>
            <p:ph type="body" idx="1"/>
          </p:nvPr>
        </p:nvSpPr>
        <p:spPr>
          <a:xfrm>
            <a:off x="15260619" y="7952671"/>
            <a:ext cx="8534100" cy="3133200"/>
          </a:xfrm>
          <a:prstGeom prst="rect">
            <a:avLst/>
          </a:prstGeom>
          <a:noFill/>
          <a:ln>
            <a:noFill/>
          </a:ln>
        </p:spPr>
        <p:txBody>
          <a:bodyPr spcFirstLastPara="1" wrap="square" lIns="45700" tIns="45700" rIns="45700" bIns="45700" anchor="t" anchorCtr="0">
            <a:noAutofit/>
          </a:bodyPr>
          <a:lstStyle/>
          <a:p>
            <a:pPr marL="0" lvl="0" indent="0" algn="ctr" rtl="0">
              <a:lnSpc>
                <a:spcPct val="100000"/>
              </a:lnSpc>
              <a:spcBef>
                <a:spcPts val="0"/>
              </a:spcBef>
              <a:spcAft>
                <a:spcPts val="0"/>
              </a:spcAft>
              <a:buClr>
                <a:srgbClr val="000000"/>
              </a:buClr>
              <a:buSzPts val="3600"/>
              <a:buFont typeface="Helvetica Neue"/>
              <a:buNone/>
            </a:pPr>
            <a:r>
              <a:rPr lang="en-US" b="1">
                <a:latin typeface="Times New Roman" panose="02020603050405020304" pitchFamily="18" charset="0"/>
                <a:cs typeface="Times New Roman" panose="02020603050405020304" pitchFamily="18" charset="0"/>
              </a:rPr>
              <a:t>Supervisor</a:t>
            </a:r>
            <a:endParaRPr>
              <a:latin typeface="Times New Roman" panose="02020603050405020304" pitchFamily="18" charset="0"/>
              <a:cs typeface="Times New Roman" panose="02020603050405020304" pitchFamily="18" charset="0"/>
            </a:endParaRPr>
          </a:p>
          <a:p>
            <a:pPr marL="0" lvl="0" indent="0" algn="ctr"/>
            <a:r>
              <a:rPr lang="en-GB" dirty="0" err="1">
                <a:latin typeface="Times New Roman" panose="02020603050405020304" pitchFamily="18" charset="0"/>
                <a:cs typeface="Times New Roman" panose="02020603050405020304" pitchFamily="18" charset="0"/>
              </a:rPr>
              <a:t>Dr.Sivagami</a:t>
            </a:r>
            <a:endParaRPr lang="nl-NL"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Clr>
                <a:srgbClr val="000000"/>
              </a:buClr>
              <a:buSzPts val="3600"/>
              <a:buFont typeface="Helvetica Neue"/>
              <a:buNone/>
            </a:pPr>
            <a:r>
              <a:rPr lang="en-US" b="1">
                <a:latin typeface="Times New Roman" panose="02020603050405020304" pitchFamily="18" charset="0"/>
                <a:cs typeface="Times New Roman" panose="02020603050405020304" pitchFamily="18" charset="0"/>
              </a:rPr>
              <a:t>Professor.</a:t>
            </a:r>
            <a:endParaRPr lang="en-US">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Clr>
                <a:srgbClr val="000000"/>
              </a:buClr>
              <a:buSzPts val="3600"/>
              <a:buFont typeface="Helvetica Neue"/>
              <a:buNone/>
            </a:pPr>
            <a:endParaRPr lang="en-IN" b="1">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Clr>
                <a:srgbClr val="000000"/>
              </a:buClr>
              <a:buSzPts val="3600"/>
              <a:buFont typeface="Helvetica Neue"/>
              <a:buNone/>
            </a:pPr>
            <a:endParaRPr lang="en-US" b="1">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Clr>
                <a:srgbClr val="000000"/>
              </a:buClr>
              <a:buSzPts val="3600"/>
              <a:buFont typeface="Helvetica Neue"/>
              <a:buNone/>
            </a:pPr>
            <a:r>
              <a:rPr lang="en-US" b="1">
                <a:latin typeface="Times New Roman" panose="02020603050405020304" pitchFamily="18" charset="0"/>
                <a:cs typeface="Times New Roman" panose="02020603050405020304" pitchFamily="18" charset="0"/>
              </a:rPr>
              <a:t>SIMATS Engineering</a:t>
            </a:r>
            <a:endParaRPr>
              <a:latin typeface="Times New Roman" panose="02020603050405020304" pitchFamily="18" charset="0"/>
              <a:cs typeface="Times New Roman" panose="02020603050405020304" pitchFamily="18" charset="0"/>
            </a:endParaRPr>
          </a:p>
        </p:txBody>
      </p:sp>
      <p:sp>
        <p:nvSpPr>
          <p:cNvPr id="91" name="Google Shape;91;g36bc379c7b1_0_551"/>
          <p:cNvSpPr txBox="1">
            <a:spLocks noGrp="1"/>
          </p:cNvSpPr>
          <p:nvPr>
            <p:ph type="title"/>
          </p:nvPr>
        </p:nvSpPr>
        <p:spPr>
          <a:xfrm>
            <a:off x="268940" y="3833071"/>
            <a:ext cx="23525779" cy="3133200"/>
          </a:xfrm>
          <a:prstGeom prst="rect">
            <a:avLst/>
          </a:prstGeom>
          <a:noFill/>
          <a:ln>
            <a:noFill/>
          </a:ln>
          <a:effectLst>
            <a:outerShdw blurRad="57150" dist="19050" dir="5400000" algn="bl" rotWithShape="0">
              <a:srgbClr val="000000">
                <a:alpha val="50000"/>
              </a:srgbClr>
            </a:outerShdw>
          </a:effectLst>
        </p:spPr>
        <p:txBody>
          <a:bodyPr spcFirstLastPara="1" wrap="square" lIns="50800" tIns="50800" rIns="50800" bIns="50800" anchor="ctr" anchorCtr="0">
            <a:normAutofit/>
          </a:bodyPr>
          <a:lstStyle/>
          <a:p>
            <a:pPr lvl="0" algn="ctr">
              <a:buClr>
                <a:schemeClr val="accent1"/>
              </a:buClr>
            </a:pPr>
            <a:r>
              <a:rPr lang="en-GB" sz="6000" dirty="0">
                <a:solidFill>
                  <a:schemeClr val="accent1"/>
                </a:solidFill>
                <a:latin typeface="Footlight MT Light" panose="0204060206030A020304" pitchFamily="18" charset="0"/>
              </a:rPr>
              <a:t>Web-Based Finite Automata Simulator and String Validator</a:t>
            </a:r>
          </a:p>
        </p:txBody>
      </p:sp>
      <p:sp>
        <p:nvSpPr>
          <p:cNvPr id="92" name="Google Shape;92;g36bc379c7b1_0_551"/>
          <p:cNvSpPr txBox="1">
            <a:spLocks noGrp="1"/>
          </p:cNvSpPr>
          <p:nvPr>
            <p:ph type="body" idx="2"/>
          </p:nvPr>
        </p:nvSpPr>
        <p:spPr>
          <a:xfrm>
            <a:off x="1918099" y="8003256"/>
            <a:ext cx="8534100" cy="5712744"/>
          </a:xfrm>
          <a:prstGeom prst="rect">
            <a:avLst/>
          </a:prstGeom>
          <a:noFill/>
          <a:ln>
            <a:noFill/>
          </a:ln>
        </p:spPr>
        <p:txBody>
          <a:bodyPr spcFirstLastPara="1" wrap="square" lIns="50800" tIns="50800" rIns="50800" bIns="50800" anchor="t" anchorCtr="0">
            <a:normAutofit/>
          </a:bodyPr>
          <a:lstStyle/>
          <a:p>
            <a:pPr marL="0" marR="0" lvl="0" indent="0" algn="l" rtl="0">
              <a:lnSpc>
                <a:spcPct val="100000"/>
              </a:lnSpc>
              <a:spcBef>
                <a:spcPts val="0"/>
              </a:spcBef>
              <a:spcAft>
                <a:spcPts val="0"/>
              </a:spcAft>
              <a:buClr>
                <a:srgbClr val="000000"/>
              </a:buClr>
              <a:buSzPts val="4500"/>
              <a:buFont typeface="Helvetica Neue"/>
              <a:buNone/>
            </a:pPr>
            <a:r>
              <a:rPr lang="en-GB" sz="4400" b="1" i="0" u="none" strike="noStrike" cap="none">
                <a:solidFill>
                  <a:srgbClr val="000000"/>
                </a:solidFill>
                <a:latin typeface="Times New Roman" panose="02020603050405020304" pitchFamily="18" charset="0"/>
                <a:cs typeface="Times New Roman" panose="02020603050405020304" pitchFamily="18" charset="0"/>
                <a:sym typeface="Helvetica Neue"/>
              </a:rPr>
              <a:t>Sanjay Raghavendra</a:t>
            </a:r>
            <a:br>
              <a:rPr lang="en-US" sz="4400" b="1" i="0" u="none" strike="noStrike" cap="none">
                <a:solidFill>
                  <a:srgbClr val="000000"/>
                </a:solidFill>
                <a:latin typeface="Times New Roman" panose="02020603050405020304" pitchFamily="18" charset="0"/>
                <a:cs typeface="Times New Roman" panose="02020603050405020304" pitchFamily="18" charset="0"/>
                <a:sym typeface="Helvetica Neue"/>
              </a:rPr>
            </a:br>
            <a:r>
              <a:rPr lang="en-GB" sz="4400">
                <a:latin typeface="Times New Roman" panose="02020603050405020304" pitchFamily="18" charset="0"/>
                <a:cs typeface="Times New Roman" panose="02020603050405020304" pitchFamily="18" charset="0"/>
              </a:rPr>
              <a:t>192411041</a:t>
            </a:r>
          </a:p>
          <a:p>
            <a:pPr marL="0" marR="0" lvl="0" indent="0" algn="l" rtl="0">
              <a:lnSpc>
                <a:spcPct val="100000"/>
              </a:lnSpc>
              <a:spcBef>
                <a:spcPts val="0"/>
              </a:spcBef>
              <a:spcAft>
                <a:spcPts val="0"/>
              </a:spcAft>
              <a:buClr>
                <a:srgbClr val="000000"/>
              </a:buClr>
              <a:buSzPts val="4500"/>
              <a:buFont typeface="Helvetica Neue"/>
              <a:buNone/>
            </a:pPr>
            <a:r>
              <a:rPr lang="en-GB" sz="4400">
                <a:latin typeface="Times New Roman" panose="02020603050405020304" pitchFamily="18" charset="0"/>
                <a:cs typeface="Times New Roman" panose="02020603050405020304" pitchFamily="18" charset="0"/>
              </a:rPr>
              <a:t>B. </a:t>
            </a:r>
            <a:r>
              <a:rPr lang="en-GB" sz="4400" dirty="0" err="1">
                <a:latin typeface="Times New Roman" panose="02020603050405020304" pitchFamily="18" charset="0"/>
                <a:cs typeface="Times New Roman" panose="02020603050405020304" pitchFamily="18" charset="0"/>
              </a:rPr>
              <a:t>Kishanram</a:t>
            </a:r>
            <a:endParaRPr lang="en-GB" sz="440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4500"/>
              <a:buFont typeface="Helvetica Neue"/>
              <a:buNone/>
            </a:pPr>
            <a:r>
              <a:rPr lang="en-GB" sz="4400">
                <a:latin typeface="Times New Roman" panose="02020603050405020304" pitchFamily="18" charset="0"/>
                <a:cs typeface="Times New Roman" panose="02020603050405020304" pitchFamily="18" charset="0"/>
              </a:rPr>
              <a:t>192421268</a:t>
            </a:r>
          </a:p>
        </p:txBody>
      </p:sp>
      <p:sp>
        <p:nvSpPr>
          <p:cNvPr id="93" name="Google Shape;93;g36bc379c7b1_0_551"/>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1</a:t>
            </a:fld>
            <a:endParaRPr/>
          </a:p>
        </p:txBody>
      </p:sp>
      <p:sp>
        <p:nvSpPr>
          <p:cNvPr id="94" name="Google Shape;94;g36bc379c7b1_0_551"/>
          <p:cNvSpPr txBox="1"/>
          <p:nvPr/>
        </p:nvSpPr>
        <p:spPr>
          <a:xfrm>
            <a:off x="1918099" y="10859628"/>
            <a:ext cx="8534100" cy="2381569"/>
          </a:xfrm>
          <a:prstGeom prst="rect">
            <a:avLst/>
          </a:prstGeom>
          <a:noFill/>
          <a:ln>
            <a:noFill/>
          </a:ln>
        </p:spPr>
        <p:txBody>
          <a:bodyPr spcFirstLastPara="1" wrap="square" lIns="50800" tIns="50800" rIns="50800" bIns="50800" anchor="t" anchorCtr="0">
            <a:normAutofit/>
          </a:bodyPr>
          <a:lstStyle/>
          <a:p>
            <a:pPr marL="0" marR="0" lvl="0" indent="0" algn="l" rtl="0">
              <a:lnSpc>
                <a:spcPct val="100000"/>
              </a:lnSpc>
              <a:spcBef>
                <a:spcPts val="0"/>
              </a:spcBef>
              <a:spcAft>
                <a:spcPts val="0"/>
              </a:spcAft>
              <a:buClr>
                <a:srgbClr val="000000"/>
              </a:buClr>
              <a:buSzPts val="4500"/>
              <a:buFont typeface="Helvetica Neue"/>
              <a:buNone/>
            </a:pPr>
            <a:endParaRPr sz="1300">
              <a:latin typeface="Times New Roman" panose="02020603050405020304" pitchFamily="18" charset="0"/>
              <a:cs typeface="Times New Roman" panose="02020603050405020304" pitchFamily="18" charset="0"/>
            </a:endParaRPr>
          </a:p>
        </p:txBody>
      </p:sp>
      <p:sp>
        <p:nvSpPr>
          <p:cNvPr id="95" name="Google Shape;95;g36bc379c7b1_0_551"/>
          <p:cNvSpPr txBox="1"/>
          <p:nvPr/>
        </p:nvSpPr>
        <p:spPr>
          <a:xfrm>
            <a:off x="1200250" y="1280071"/>
            <a:ext cx="21971100" cy="2553000"/>
          </a:xfrm>
          <a:prstGeom prst="rect">
            <a:avLst/>
          </a:prstGeom>
          <a:noFill/>
          <a:ln>
            <a:noFill/>
          </a:ln>
          <a:effectLst>
            <a:outerShdw blurRad="57150" dist="19050" dir="5400000" algn="bl" rotWithShape="0">
              <a:srgbClr val="000000">
                <a:alpha val="50000"/>
              </a:srgbClr>
            </a:outerShdw>
          </a:effectLst>
        </p:spPr>
        <p:txBody>
          <a:bodyPr spcFirstLastPara="1" wrap="square" lIns="50800" tIns="50800" rIns="50800" bIns="50800" anchor="ctr" anchorCtr="0">
            <a:normAutofit lnSpcReduction="10000"/>
          </a:bodyPr>
          <a:lstStyle/>
          <a:p>
            <a:pPr marL="0" marR="0" lvl="0" indent="0" algn="ctr" rtl="0">
              <a:lnSpc>
                <a:spcPct val="80000"/>
              </a:lnSpc>
              <a:spcBef>
                <a:spcPts val="0"/>
              </a:spcBef>
              <a:spcAft>
                <a:spcPts val="0"/>
              </a:spcAft>
              <a:buClr>
                <a:srgbClr val="EB220C"/>
              </a:buClr>
              <a:buSzPts val="6032"/>
              <a:buFont typeface="Helvetica Neue"/>
              <a:buNone/>
            </a:pPr>
            <a:r>
              <a:rPr lang="en-US" sz="5632" b="1" i="0" u="none" strike="noStrike" cap="none">
                <a:solidFill>
                  <a:srgbClr val="EB220C"/>
                </a:solidFill>
                <a:latin typeface="Helvetica Neue"/>
                <a:ea typeface="Helvetica Neue"/>
                <a:cs typeface="Helvetica Neue"/>
                <a:sym typeface="Helvetica Neue"/>
              </a:rPr>
              <a:t>SIMATS ENGINEERING</a:t>
            </a:r>
            <a:br>
              <a:rPr lang="en-US" sz="5632" b="1" i="0" u="none" strike="noStrike" cap="none">
                <a:solidFill>
                  <a:srgbClr val="EB220C"/>
                </a:solidFill>
                <a:latin typeface="Helvetica Neue"/>
                <a:ea typeface="Helvetica Neue"/>
                <a:cs typeface="Helvetica Neue"/>
                <a:sym typeface="Helvetica Neue"/>
              </a:rPr>
            </a:br>
            <a:r>
              <a:rPr lang="en-US" sz="5632" b="1" i="0" u="none" strike="noStrike" cap="none">
                <a:solidFill>
                  <a:srgbClr val="EB220C"/>
                </a:solidFill>
                <a:latin typeface="Helvetica Neue"/>
                <a:ea typeface="Helvetica Neue"/>
                <a:cs typeface="Helvetica Neue"/>
                <a:sym typeface="Helvetica Neue"/>
              </a:rPr>
              <a:t>Saveetha Institute of Medical and Technical Sciences</a:t>
            </a:r>
            <a:br>
              <a:rPr lang="en-US" sz="5632" b="1" i="0" u="none" strike="noStrike" cap="none">
                <a:solidFill>
                  <a:srgbClr val="EB220C"/>
                </a:solidFill>
                <a:latin typeface="Helvetica Neue"/>
                <a:ea typeface="Helvetica Neue"/>
                <a:cs typeface="Helvetica Neue"/>
                <a:sym typeface="Helvetica Neue"/>
              </a:rPr>
            </a:br>
            <a:r>
              <a:rPr lang="en-US" sz="5632" b="1" i="0" u="none" strike="noStrike" cap="none">
                <a:solidFill>
                  <a:srgbClr val="EB220C"/>
                </a:solidFill>
                <a:latin typeface="Helvetica Neue"/>
                <a:ea typeface="Helvetica Neue"/>
                <a:cs typeface="Helvetica Neue"/>
                <a:sym typeface="Helvetica Neue"/>
              </a:rPr>
              <a:t>Chennai-602105.</a:t>
            </a:r>
          </a:p>
          <a:p>
            <a:pPr lvl="0" algn="ctr">
              <a:lnSpc>
                <a:spcPct val="80000"/>
              </a:lnSpc>
              <a:buClr>
                <a:srgbClr val="EB220C"/>
              </a:buClr>
              <a:buSzPts val="6032"/>
            </a:pPr>
            <a:r>
              <a:rPr lang="en-US" sz="5632" b="1" dirty="0">
                <a:solidFill>
                  <a:srgbClr val="EB220C"/>
                </a:solidFill>
                <a:latin typeface="Helvetica Neue"/>
                <a:ea typeface="Helvetica Neue"/>
                <a:cs typeface="Helvetica Neue"/>
                <a:sym typeface="Helvetica Neue"/>
              </a:rPr>
              <a:t>CSA1304-</a:t>
            </a:r>
            <a:r>
              <a:rPr lang="en-GB" sz="5632" b="1" dirty="0">
                <a:solidFill>
                  <a:srgbClr val="EB220C"/>
                </a:solidFill>
                <a:latin typeface="Helvetica Neue"/>
                <a:ea typeface="Helvetica Neue"/>
                <a:cs typeface="Helvetica Neue"/>
                <a:sym typeface="Helvetica Neue"/>
              </a:rPr>
              <a:t> Theory of Computation</a:t>
            </a:r>
            <a:endParaRPr lang="en-US" sz="5632" b="1" i="0" u="none" strike="noStrike" cap="none">
              <a:solidFill>
                <a:srgbClr val="EB220C"/>
              </a:solidFill>
              <a:latin typeface="Helvetica Neue"/>
              <a:ea typeface="Helvetica Neue"/>
              <a:cs typeface="Helvetica Neue"/>
              <a:sym typeface="Helvetica Neue"/>
            </a:endParaRPr>
          </a:p>
          <a:p>
            <a:pPr marL="0" marR="0" lvl="0" indent="0" algn="ctr" rtl="0">
              <a:lnSpc>
                <a:spcPct val="80000"/>
              </a:lnSpc>
              <a:spcBef>
                <a:spcPts val="0"/>
              </a:spcBef>
              <a:spcAft>
                <a:spcPts val="0"/>
              </a:spcAft>
              <a:buClr>
                <a:srgbClr val="EB220C"/>
              </a:buClr>
              <a:buSzPts val="6032"/>
              <a:buFont typeface="Helvetica Neue"/>
              <a:buNone/>
            </a:pPr>
            <a:endParaRP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36bc379c7b1_0_560"/>
          <p:cNvSpPr txBox="1">
            <a:spLocks noGrp="1"/>
          </p:cNvSpPr>
          <p:nvPr>
            <p:ph type="title"/>
          </p:nvPr>
        </p:nvSpPr>
        <p:spPr>
          <a:xfrm>
            <a:off x="2017894" y="1720094"/>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GB">
                <a:latin typeface="Footlight MT Light" panose="0204060206030A020304" pitchFamily="18" charset="0"/>
              </a:rPr>
              <a:t>Abstract </a:t>
            </a:r>
            <a:endParaRPr>
              <a:latin typeface="Footlight MT Light" panose="0204060206030A020304" pitchFamily="18" charset="0"/>
            </a:endParaRPr>
          </a:p>
        </p:txBody>
      </p:sp>
      <p:sp>
        <p:nvSpPr>
          <p:cNvPr id="102" name="Google Shape;102;g36bc379c7b1_0_560"/>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2</a:t>
            </a:fld>
            <a:endParaRPr/>
          </a:p>
        </p:txBody>
      </p:sp>
      <p:sp>
        <p:nvSpPr>
          <p:cNvPr id="7" name="TextBox 6">
            <a:extLst>
              <a:ext uri="{FF2B5EF4-FFF2-40B4-BE49-F238E27FC236}">
                <a16:creationId xmlns:a16="http://schemas.microsoft.com/office/drawing/2014/main" id="{75F7C77E-4C79-5176-3234-D7199219921B}"/>
              </a:ext>
            </a:extLst>
          </p:cNvPr>
          <p:cNvSpPr txBox="1"/>
          <p:nvPr/>
        </p:nvSpPr>
        <p:spPr>
          <a:xfrm>
            <a:off x="1568476" y="4619712"/>
            <a:ext cx="21971100" cy="6607578"/>
          </a:xfrm>
          <a:prstGeom prst="rect">
            <a:avLst/>
          </a:prstGeom>
          <a:noFill/>
        </p:spPr>
        <p:txBody>
          <a:bodyPr wrap="square">
            <a:spAutoFit/>
          </a:bodyPr>
          <a:lstStyle/>
          <a:p>
            <a:pPr>
              <a:lnSpc>
                <a:spcPct val="150000"/>
              </a:lnSpc>
            </a:pPr>
            <a:r>
              <a:rPr lang="en-GB" sz="4800" dirty="0">
                <a:latin typeface="Times New Roman" panose="02020603050405020304" pitchFamily="18" charset="0"/>
                <a:cs typeface="Times New Roman" panose="02020603050405020304" pitchFamily="18" charset="0"/>
              </a:rPr>
              <a:t>The Web-Based Finite Automata Simulator and String Validator is a full-stack application developed to simplify the understanding of finite automata in Theory of Computation. It allows users to create and visualize DFA and NFA, validate input strings, perform step-by-step simulations, and convert NFA into DFA. The system provides an interactive interface with database support to store automata, transitions, and validation results, making finite automata concepts easier to learn and demonstrate.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05515E3E-7FDA-EE36-14B0-3EEEDA5CD776}"/>
            </a:ext>
          </a:extLst>
        </p:cNvPr>
        <p:cNvGrpSpPr/>
        <p:nvPr/>
      </p:nvGrpSpPr>
      <p:grpSpPr>
        <a:xfrm>
          <a:off x="0" y="0"/>
          <a:ext cx="0" cy="0"/>
          <a:chOff x="0" y="0"/>
          <a:chExt cx="0" cy="0"/>
        </a:xfrm>
      </p:grpSpPr>
      <p:sp>
        <p:nvSpPr>
          <p:cNvPr id="100" name="Google Shape;100;g36bc379c7b1_0_560">
            <a:extLst>
              <a:ext uri="{FF2B5EF4-FFF2-40B4-BE49-F238E27FC236}">
                <a16:creationId xmlns:a16="http://schemas.microsoft.com/office/drawing/2014/main" id="{23D9BA06-6312-1C26-19C8-11137DF21E56}"/>
              </a:ext>
            </a:extLst>
          </p:cNvPr>
          <p:cNvSpPr txBox="1">
            <a:spLocks noGrp="1"/>
          </p:cNvSpPr>
          <p:nvPr>
            <p:ph type="title"/>
          </p:nvPr>
        </p:nvSpPr>
        <p:spPr>
          <a:xfrm>
            <a:off x="1878747" y="1362285"/>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a:latin typeface="Footlight MT Light" panose="0204060206030A020304" pitchFamily="18" charset="0"/>
              </a:rPr>
              <a:t>Introduction</a:t>
            </a:r>
            <a:endParaRPr>
              <a:latin typeface="Footlight MT Light" panose="0204060206030A020304" pitchFamily="18" charset="0"/>
            </a:endParaRPr>
          </a:p>
        </p:txBody>
      </p:sp>
      <p:sp>
        <p:nvSpPr>
          <p:cNvPr id="102" name="Google Shape;102;g36bc379c7b1_0_560">
            <a:extLst>
              <a:ext uri="{FF2B5EF4-FFF2-40B4-BE49-F238E27FC236}">
                <a16:creationId xmlns:a16="http://schemas.microsoft.com/office/drawing/2014/main" id="{9DC55030-3E27-10F3-F0F4-01AC1DC6F220}"/>
              </a:ext>
            </a:extLst>
          </p:cNvPr>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3</a:t>
            </a:fld>
            <a:endParaRPr/>
          </a:p>
        </p:txBody>
      </p:sp>
      <p:graphicFrame>
        <p:nvGraphicFramePr>
          <p:cNvPr id="2" name="Diagram 1">
            <a:extLst>
              <a:ext uri="{FF2B5EF4-FFF2-40B4-BE49-F238E27FC236}">
                <a16:creationId xmlns:a16="http://schemas.microsoft.com/office/drawing/2014/main" id="{2AC9888A-525C-5778-45EE-F36C17F6B0A1}"/>
              </a:ext>
            </a:extLst>
          </p:cNvPr>
          <p:cNvGraphicFramePr/>
          <p:nvPr>
            <p:extLst>
              <p:ext uri="{D42A27DB-BD31-4B8C-83A1-F6EECF244321}">
                <p14:modId xmlns:p14="http://schemas.microsoft.com/office/powerpoint/2010/main" val="2037408494"/>
              </p:ext>
            </p:extLst>
          </p:nvPr>
        </p:nvGraphicFramePr>
        <p:xfrm>
          <a:off x="-1621805" y="3313341"/>
          <a:ext cx="17265995" cy="8534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07375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36bc379c7b1_0_566"/>
          <p:cNvSpPr txBox="1">
            <a:spLocks noGrp="1"/>
          </p:cNvSpPr>
          <p:nvPr>
            <p:ph type="title"/>
          </p:nvPr>
        </p:nvSpPr>
        <p:spPr>
          <a:xfrm>
            <a:off x="1640944" y="1314364"/>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8500" b="1" i="0" u="none" strike="noStrike" cap="none">
                <a:solidFill>
                  <a:srgbClr val="000000"/>
                </a:solidFill>
                <a:latin typeface="Footlight MT Light" panose="0204060206030A020304" pitchFamily="18" charset="0"/>
                <a:sym typeface="Helvetica Neue"/>
              </a:rPr>
              <a:t>Problem Statement</a:t>
            </a:r>
            <a:endParaRPr>
              <a:latin typeface="Footlight MT Light" panose="0204060206030A020304" pitchFamily="18" charset="0"/>
            </a:endParaRPr>
          </a:p>
        </p:txBody>
      </p:sp>
      <p:sp>
        <p:nvSpPr>
          <p:cNvPr id="109" name="Google Shape;109;g36bc379c7b1_0_566"/>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4</a:t>
            </a:fld>
            <a:endParaRPr/>
          </a:p>
        </p:txBody>
      </p:sp>
      <p:graphicFrame>
        <p:nvGraphicFramePr>
          <p:cNvPr id="2" name="Diagram 1">
            <a:extLst>
              <a:ext uri="{FF2B5EF4-FFF2-40B4-BE49-F238E27FC236}">
                <a16:creationId xmlns:a16="http://schemas.microsoft.com/office/drawing/2014/main" id="{F0964705-7F3E-40E9-8D48-504587C11E5B}"/>
              </a:ext>
            </a:extLst>
          </p:cNvPr>
          <p:cNvGraphicFramePr/>
          <p:nvPr>
            <p:extLst>
              <p:ext uri="{D42A27DB-BD31-4B8C-83A1-F6EECF244321}">
                <p14:modId xmlns:p14="http://schemas.microsoft.com/office/powerpoint/2010/main" val="2059692554"/>
              </p:ext>
            </p:extLst>
          </p:nvPr>
        </p:nvGraphicFramePr>
        <p:xfrm>
          <a:off x="-560943" y="3502160"/>
          <a:ext cx="14523903" cy="83781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36bc379c7b1_0_572"/>
          <p:cNvSpPr txBox="1">
            <a:spLocks noGrp="1"/>
          </p:cNvSpPr>
          <p:nvPr>
            <p:ph type="title"/>
          </p:nvPr>
        </p:nvSpPr>
        <p:spPr>
          <a:xfrm>
            <a:off x="1531620" y="1206843"/>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8500" b="1" i="0" u="none" strike="noStrike" cap="none">
                <a:solidFill>
                  <a:srgbClr val="000000"/>
                </a:solidFill>
                <a:latin typeface="Footlight MT Light" panose="0204060206030A020304" pitchFamily="18" charset="0"/>
                <a:sym typeface="Helvetica Neue"/>
              </a:rPr>
              <a:t> Objectives</a:t>
            </a:r>
            <a:endParaRPr>
              <a:latin typeface="Footlight MT Light" panose="0204060206030A020304" pitchFamily="18" charset="0"/>
            </a:endParaRPr>
          </a:p>
        </p:txBody>
      </p:sp>
      <p:sp>
        <p:nvSpPr>
          <p:cNvPr id="116" name="Google Shape;116;g36bc379c7b1_0_572"/>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5</a:t>
            </a:fld>
            <a:endParaRPr/>
          </a:p>
        </p:txBody>
      </p:sp>
      <p:graphicFrame>
        <p:nvGraphicFramePr>
          <p:cNvPr id="2" name="Diagram 1">
            <a:extLst>
              <a:ext uri="{FF2B5EF4-FFF2-40B4-BE49-F238E27FC236}">
                <a16:creationId xmlns:a16="http://schemas.microsoft.com/office/drawing/2014/main" id="{BD5057D2-24AB-4309-A230-6D29B3816028}"/>
              </a:ext>
            </a:extLst>
          </p:cNvPr>
          <p:cNvGraphicFramePr/>
          <p:nvPr>
            <p:extLst>
              <p:ext uri="{D42A27DB-BD31-4B8C-83A1-F6EECF244321}">
                <p14:modId xmlns:p14="http://schemas.microsoft.com/office/powerpoint/2010/main" val="2626420686"/>
              </p:ext>
            </p:extLst>
          </p:nvPr>
        </p:nvGraphicFramePr>
        <p:xfrm>
          <a:off x="-1162627" y="3075709"/>
          <a:ext cx="16451680" cy="82441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C6D103EF-98B5-20C8-C71A-E795637DF5E8}"/>
            </a:ext>
          </a:extLst>
        </p:cNvPr>
        <p:cNvGrpSpPr/>
        <p:nvPr/>
      </p:nvGrpSpPr>
      <p:grpSpPr>
        <a:xfrm>
          <a:off x="0" y="0"/>
          <a:ext cx="0" cy="0"/>
          <a:chOff x="0" y="0"/>
          <a:chExt cx="0" cy="0"/>
        </a:xfrm>
      </p:grpSpPr>
      <p:sp>
        <p:nvSpPr>
          <p:cNvPr id="114" name="Google Shape;114;g36bc379c7b1_0_572">
            <a:extLst>
              <a:ext uri="{FF2B5EF4-FFF2-40B4-BE49-F238E27FC236}">
                <a16:creationId xmlns:a16="http://schemas.microsoft.com/office/drawing/2014/main" id="{699840A6-89E0-2236-CD53-BB094B85DAA2}"/>
              </a:ext>
            </a:extLst>
          </p:cNvPr>
          <p:cNvSpPr txBox="1">
            <a:spLocks noGrp="1"/>
          </p:cNvSpPr>
          <p:nvPr>
            <p:ph type="title"/>
          </p:nvPr>
        </p:nvSpPr>
        <p:spPr>
          <a:xfrm>
            <a:off x="1949062" y="542923"/>
            <a:ext cx="21971100" cy="1433100"/>
          </a:xfrm>
          <a:prstGeom prst="rect">
            <a:avLst/>
          </a:prstGeom>
          <a:noFill/>
          <a:ln>
            <a:noFill/>
          </a:ln>
        </p:spPr>
        <p:txBody>
          <a:bodyPr spcFirstLastPara="1" wrap="square" lIns="50800" tIns="50800" rIns="50800" bIns="50800" anchor="t" anchorCtr="0">
            <a:normAutofit fontScale="90000"/>
          </a:bodyPr>
          <a:lstStyle/>
          <a:p>
            <a:pPr marL="0" lvl="0" indent="0" algn="l" rtl="0">
              <a:lnSpc>
                <a:spcPct val="80000"/>
              </a:lnSpc>
              <a:spcBef>
                <a:spcPts val="0"/>
              </a:spcBef>
              <a:spcAft>
                <a:spcPts val="0"/>
              </a:spcAft>
              <a:buClr>
                <a:srgbClr val="000000"/>
              </a:buClr>
              <a:buSzPts val="8500"/>
              <a:buFont typeface="Helvetica Neue"/>
              <a:buNone/>
            </a:pPr>
            <a:r>
              <a:rPr lang="en-US" sz="8500" b="1" i="0" u="none" strike="noStrike" cap="none">
                <a:solidFill>
                  <a:srgbClr val="000000"/>
                </a:solidFill>
                <a:latin typeface="Footlight MT Light" panose="0204060206030A020304" pitchFamily="18" charset="0"/>
                <a:sym typeface="Helvetica Neue"/>
              </a:rPr>
              <a:t> </a:t>
            </a:r>
            <a:br>
              <a:rPr lang="en-US">
                <a:latin typeface="Footlight MT Light" panose="0204060206030A020304" pitchFamily="18" charset="0"/>
              </a:rPr>
            </a:br>
            <a:r>
              <a:rPr lang="en-US">
                <a:latin typeface="Footlight MT Light" panose="0204060206030A020304" pitchFamily="18" charset="0"/>
              </a:rPr>
              <a:t>Literature Survey</a:t>
            </a:r>
          </a:p>
        </p:txBody>
      </p:sp>
      <p:sp>
        <p:nvSpPr>
          <p:cNvPr id="116" name="Google Shape;116;g36bc379c7b1_0_572">
            <a:extLst>
              <a:ext uri="{FF2B5EF4-FFF2-40B4-BE49-F238E27FC236}">
                <a16:creationId xmlns:a16="http://schemas.microsoft.com/office/drawing/2014/main" id="{DFEE073A-66BE-1013-6F29-D5A09FE26F94}"/>
              </a:ext>
            </a:extLst>
          </p:cNvPr>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smtClean="0"/>
              <a:t>6</a:t>
            </a:fld>
            <a:endParaRPr lang="en-US"/>
          </a:p>
        </p:txBody>
      </p:sp>
      <p:graphicFrame>
        <p:nvGraphicFramePr>
          <p:cNvPr id="8" name="Table 7">
            <a:extLst>
              <a:ext uri="{FF2B5EF4-FFF2-40B4-BE49-F238E27FC236}">
                <a16:creationId xmlns:a16="http://schemas.microsoft.com/office/drawing/2014/main" id="{6D9C4F55-FD4C-3018-6DE1-FEDD47CE91EF}"/>
              </a:ext>
            </a:extLst>
          </p:cNvPr>
          <p:cNvGraphicFramePr>
            <a:graphicFrameLocks noGrp="1"/>
          </p:cNvGraphicFramePr>
          <p:nvPr>
            <p:extLst>
              <p:ext uri="{D42A27DB-BD31-4B8C-83A1-F6EECF244321}">
                <p14:modId xmlns:p14="http://schemas.microsoft.com/office/powerpoint/2010/main" val="4106684265"/>
              </p:ext>
            </p:extLst>
          </p:nvPr>
        </p:nvGraphicFramePr>
        <p:xfrm>
          <a:off x="1949062" y="3029322"/>
          <a:ext cx="20771790" cy="8587410"/>
        </p:xfrm>
        <a:graphic>
          <a:graphicData uri="http://schemas.openxmlformats.org/drawingml/2006/table">
            <a:tbl>
              <a:tblPr firstRow="1" bandRow="1">
                <a:tableStyleId>{5C22544A-7EE6-4342-B048-85BDC9FD1C3A}</a:tableStyleId>
              </a:tblPr>
              <a:tblGrid>
                <a:gridCol w="3461965">
                  <a:extLst>
                    <a:ext uri="{9D8B030D-6E8A-4147-A177-3AD203B41FA5}">
                      <a16:colId xmlns:a16="http://schemas.microsoft.com/office/drawing/2014/main" val="12385484"/>
                    </a:ext>
                  </a:extLst>
                </a:gridCol>
                <a:gridCol w="3461965">
                  <a:extLst>
                    <a:ext uri="{9D8B030D-6E8A-4147-A177-3AD203B41FA5}">
                      <a16:colId xmlns:a16="http://schemas.microsoft.com/office/drawing/2014/main" val="351293048"/>
                    </a:ext>
                  </a:extLst>
                </a:gridCol>
                <a:gridCol w="3461965">
                  <a:extLst>
                    <a:ext uri="{9D8B030D-6E8A-4147-A177-3AD203B41FA5}">
                      <a16:colId xmlns:a16="http://schemas.microsoft.com/office/drawing/2014/main" val="741259607"/>
                    </a:ext>
                  </a:extLst>
                </a:gridCol>
                <a:gridCol w="3461965">
                  <a:extLst>
                    <a:ext uri="{9D8B030D-6E8A-4147-A177-3AD203B41FA5}">
                      <a16:colId xmlns:a16="http://schemas.microsoft.com/office/drawing/2014/main" val="2111831291"/>
                    </a:ext>
                  </a:extLst>
                </a:gridCol>
                <a:gridCol w="3461965">
                  <a:extLst>
                    <a:ext uri="{9D8B030D-6E8A-4147-A177-3AD203B41FA5}">
                      <a16:colId xmlns:a16="http://schemas.microsoft.com/office/drawing/2014/main" val="591986599"/>
                    </a:ext>
                  </a:extLst>
                </a:gridCol>
                <a:gridCol w="3461965">
                  <a:extLst>
                    <a:ext uri="{9D8B030D-6E8A-4147-A177-3AD203B41FA5}">
                      <a16:colId xmlns:a16="http://schemas.microsoft.com/office/drawing/2014/main" val="1132970267"/>
                    </a:ext>
                  </a:extLst>
                </a:gridCol>
              </a:tblGrid>
              <a:tr h="1431235">
                <a:tc>
                  <a:txBody>
                    <a:bodyPr/>
                    <a:lstStyle/>
                    <a:p>
                      <a:r>
                        <a:rPr lang="en-GB" sz="4000">
                          <a:latin typeface="Times New Roman" panose="02020603050405020304" pitchFamily="18" charset="0"/>
                          <a:cs typeface="Times New Roman" panose="02020603050405020304" pitchFamily="18" charset="0"/>
                        </a:rPr>
                        <a:t>      SI.NO</a:t>
                      </a:r>
                      <a:endParaRPr lang="en-IN" sz="4000">
                        <a:latin typeface="Times New Roman" panose="02020603050405020304" pitchFamily="18" charset="0"/>
                        <a:cs typeface="Times New Roman" panose="02020603050405020304" pitchFamily="18" charset="0"/>
                      </a:endParaRPr>
                    </a:p>
                  </a:txBody>
                  <a:tcPr/>
                </a:tc>
                <a:tc>
                  <a:txBody>
                    <a:bodyPr/>
                    <a:lstStyle/>
                    <a:p>
                      <a:pPr algn="ctr"/>
                      <a:r>
                        <a:rPr lang="en-GB" sz="3200">
                          <a:latin typeface="Times New Roman" panose="02020603050405020304" pitchFamily="18" charset="0"/>
                          <a:cs typeface="Times New Roman" panose="02020603050405020304" pitchFamily="18" charset="0"/>
                        </a:rPr>
                        <a:t>Year of          Publication</a:t>
                      </a:r>
                      <a:endParaRPr lang="en-IN" sz="3200">
                        <a:latin typeface="Times New Roman" panose="02020603050405020304" pitchFamily="18" charset="0"/>
                        <a:cs typeface="Times New Roman" panose="02020603050405020304" pitchFamily="18" charset="0"/>
                      </a:endParaRPr>
                    </a:p>
                  </a:txBody>
                  <a:tcPr/>
                </a:tc>
                <a:tc>
                  <a:txBody>
                    <a:bodyPr/>
                    <a:lstStyle/>
                    <a:p>
                      <a:pPr algn="ctr"/>
                      <a:r>
                        <a:rPr lang="en-GB" sz="3200">
                          <a:latin typeface="Times New Roman" panose="02020603050405020304" pitchFamily="18" charset="0"/>
                          <a:cs typeface="Times New Roman" panose="02020603050405020304" pitchFamily="18" charset="0"/>
                        </a:rPr>
                        <a:t>Authors</a:t>
                      </a:r>
                      <a:endParaRPr lang="en-IN" sz="3200">
                        <a:latin typeface="Times New Roman" panose="02020603050405020304" pitchFamily="18" charset="0"/>
                        <a:cs typeface="Times New Roman" panose="02020603050405020304" pitchFamily="18" charset="0"/>
                      </a:endParaRPr>
                    </a:p>
                  </a:txBody>
                  <a:tcPr/>
                </a:tc>
                <a:tc>
                  <a:txBody>
                    <a:bodyPr/>
                    <a:lstStyle/>
                    <a:p>
                      <a:pPr algn="ctr"/>
                      <a:r>
                        <a:rPr lang="en-GB"/>
                        <a:t>     </a:t>
                      </a:r>
                      <a:r>
                        <a:rPr lang="en-GB" sz="3200">
                          <a:latin typeface="Times New Roman" panose="02020603050405020304" pitchFamily="18" charset="0"/>
                          <a:cs typeface="Times New Roman" panose="02020603050405020304" pitchFamily="18" charset="0"/>
                        </a:rPr>
                        <a:t>Tittle of the Publication</a:t>
                      </a:r>
                      <a:endParaRPr lang="en-IN" sz="3200">
                        <a:latin typeface="Times New Roman" panose="02020603050405020304" pitchFamily="18" charset="0"/>
                        <a:cs typeface="Times New Roman" panose="02020603050405020304" pitchFamily="18" charset="0"/>
                      </a:endParaRPr>
                    </a:p>
                  </a:txBody>
                  <a:tcPr/>
                </a:tc>
                <a:tc>
                  <a:txBody>
                    <a:bodyPr/>
                    <a:lstStyle/>
                    <a:p>
                      <a:pPr algn="ctr"/>
                      <a:r>
                        <a:rPr lang="en-GB"/>
                        <a:t>    </a:t>
                      </a:r>
                      <a:r>
                        <a:rPr lang="en-GB" sz="3200">
                          <a:latin typeface="Times New Roman" panose="02020603050405020304" pitchFamily="18" charset="0"/>
                          <a:cs typeface="Times New Roman" panose="02020603050405020304" pitchFamily="18" charset="0"/>
                        </a:rPr>
                        <a:t>Findings</a:t>
                      </a:r>
                      <a:endParaRPr lang="en-IN" sz="3200">
                        <a:latin typeface="Times New Roman" panose="02020603050405020304" pitchFamily="18" charset="0"/>
                        <a:cs typeface="Times New Roman" panose="02020603050405020304" pitchFamily="18" charset="0"/>
                      </a:endParaRPr>
                    </a:p>
                  </a:txBody>
                  <a:tcPr/>
                </a:tc>
                <a:tc>
                  <a:txBody>
                    <a:bodyPr/>
                    <a:lstStyle/>
                    <a:p>
                      <a:pPr algn="ctr"/>
                      <a:r>
                        <a:rPr lang="en-GB"/>
                        <a:t>   </a:t>
                      </a:r>
                      <a:r>
                        <a:rPr lang="en-GB" sz="3200">
                          <a:latin typeface="Times New Roman" panose="02020603050405020304" pitchFamily="18" charset="0"/>
                          <a:cs typeface="Times New Roman" panose="02020603050405020304" pitchFamily="18" charset="0"/>
                        </a:rPr>
                        <a:t>Limitations</a:t>
                      </a:r>
                      <a:endParaRPr lang="en-IN" sz="32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88777"/>
                  </a:ext>
                </a:extLst>
              </a:tr>
              <a:tr h="1431235">
                <a:tc>
                  <a:txBody>
                    <a:bodyPr/>
                    <a:lstStyle/>
                    <a:p>
                      <a:r>
                        <a:rPr lang="en-GB" sz="4400"/>
                        <a:t>        </a:t>
                      </a:r>
                      <a:r>
                        <a:rPr lang="en-GB" sz="4400">
                          <a:latin typeface="Times New Roman" panose="02020603050405020304" pitchFamily="18" charset="0"/>
                          <a:cs typeface="Times New Roman" panose="02020603050405020304" pitchFamily="18" charset="0"/>
                        </a:rPr>
                        <a:t>1</a:t>
                      </a:r>
                      <a:r>
                        <a:rPr lang="en-GB" sz="4400"/>
                        <a:t> </a:t>
                      </a:r>
                      <a:endParaRPr lang="en-IN" sz="4400"/>
                    </a:p>
                  </a:txBody>
                  <a:tcPr/>
                </a:tc>
                <a:tc>
                  <a:txBody>
                    <a:bodyPr/>
                    <a:lstStyle/>
                    <a:p>
                      <a:pPr algn="ctr"/>
                      <a:r>
                        <a:rPr lang="en-GB"/>
                        <a:t>  </a:t>
                      </a:r>
                      <a:r>
                        <a:rPr lang="en-IN" sz="3200">
                          <a:latin typeface="Times New Roman" panose="02020603050405020304" pitchFamily="18" charset="0"/>
                          <a:cs typeface="Times New Roman" panose="02020603050405020304" pitchFamily="18" charset="0"/>
                        </a:rPr>
                        <a:t>2022</a:t>
                      </a:r>
                    </a:p>
                  </a:txBody>
                  <a:tcPr/>
                </a:tc>
                <a:tc>
                  <a:txBody>
                    <a:bodyPr/>
                    <a:lstStyle/>
                    <a:p>
                      <a:pPr algn="ctr"/>
                      <a:r>
                        <a:rPr lang="en-IN" sz="3200">
                          <a:latin typeface="Times New Roman" panose="02020603050405020304" pitchFamily="18" charset="0"/>
                          <a:cs typeface="Times New Roman" panose="02020603050405020304" pitchFamily="18" charset="0"/>
                        </a:rPr>
                        <a:t>Cavalcante et al.</a:t>
                      </a:r>
                      <a:endParaRPr lang="en-IN" sz="32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JFLAP 4.0</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Interactive automata visualization</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Desktop-based</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4078708"/>
                  </a:ext>
                </a:extLst>
              </a:tr>
              <a:tr h="1431235">
                <a:tc>
                  <a:txBody>
                    <a:bodyPr/>
                    <a:lstStyle/>
                    <a:p>
                      <a:r>
                        <a:rPr lang="en-GB"/>
                        <a:t>    </a:t>
                      </a:r>
                      <a:r>
                        <a:rPr lang="en-GB" sz="4000"/>
                        <a:t>       </a:t>
                      </a:r>
                      <a:r>
                        <a:rPr lang="en-GB" sz="4000">
                          <a:latin typeface="Times New Roman" panose="02020603050405020304" pitchFamily="18" charset="0"/>
                          <a:cs typeface="Times New Roman" panose="02020603050405020304" pitchFamily="18" charset="0"/>
                        </a:rPr>
                        <a:t>2</a:t>
                      </a:r>
                      <a:endParaRPr lang="en-IN" sz="4000">
                        <a:latin typeface="Times New Roman" panose="02020603050405020304" pitchFamily="18" charset="0"/>
                        <a:cs typeface="Times New Roman" panose="02020603050405020304" pitchFamily="18" charset="0"/>
                      </a:endParaRPr>
                    </a:p>
                  </a:txBody>
                  <a:tcPr/>
                </a:tc>
                <a:tc>
                  <a:txBody>
                    <a:bodyPr/>
                    <a:lstStyle/>
                    <a:p>
                      <a:pPr algn="ctr"/>
                      <a:r>
                        <a:rPr lang="en-IN" sz="3200">
                          <a:latin typeface="Times New Roman" panose="02020603050405020304" pitchFamily="18" charset="0"/>
                          <a:cs typeface="Times New Roman" panose="02020603050405020304" pitchFamily="18" charset="0"/>
                        </a:rPr>
                        <a:t>2023</a:t>
                      </a:r>
                    </a:p>
                  </a:txBody>
                  <a:tcPr/>
                </a:tc>
                <a:tc>
                  <a:txBody>
                    <a:bodyPr/>
                    <a:lstStyle/>
                    <a:p>
                      <a:pPr algn="ctr"/>
                      <a:r>
                        <a:rPr lang="en-IN" sz="3200">
                          <a:latin typeface="Times New Roman" panose="02020603050405020304" pitchFamily="18" charset="0"/>
                          <a:cs typeface="Times New Roman" panose="02020603050405020304" pitchFamily="18" charset="0"/>
                        </a:rPr>
                        <a:t>Rodger et al.</a:t>
                      </a:r>
                      <a:endParaRPr lang="en-IN" sz="32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Engagement with JFLAP</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Improves automata learning</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Education-focused</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31990398"/>
                  </a:ext>
                </a:extLst>
              </a:tr>
              <a:tr h="1431235">
                <a:tc>
                  <a:txBody>
                    <a:bodyPr/>
                    <a:lstStyle/>
                    <a:p>
                      <a:r>
                        <a:rPr lang="en-GB"/>
                        <a:t>       </a:t>
                      </a:r>
                      <a:r>
                        <a:rPr lang="en-GB" sz="4000">
                          <a:latin typeface="Times New Roman" panose="02020603050405020304" pitchFamily="18" charset="0"/>
                          <a:cs typeface="Times New Roman" panose="02020603050405020304" pitchFamily="18" charset="0"/>
                        </a:rPr>
                        <a:t>       3</a:t>
                      </a:r>
                      <a:endParaRPr lang="en-IN" sz="4000">
                        <a:latin typeface="Times New Roman" panose="02020603050405020304" pitchFamily="18" charset="0"/>
                        <a:cs typeface="Times New Roman" panose="02020603050405020304" pitchFamily="18" charset="0"/>
                      </a:endParaRPr>
                    </a:p>
                  </a:txBody>
                  <a:tcPr/>
                </a:tc>
                <a:tc>
                  <a:txBody>
                    <a:bodyPr/>
                    <a:lstStyle/>
                    <a:p>
                      <a:pPr algn="ctr"/>
                      <a:r>
                        <a:rPr lang="en-IN" sz="3200">
                          <a:latin typeface="Times New Roman" panose="02020603050405020304" pitchFamily="18" charset="0"/>
                          <a:cs typeface="Times New Roman" panose="02020603050405020304" pitchFamily="18" charset="0"/>
                        </a:rPr>
                        <a:t>2023</a:t>
                      </a:r>
                    </a:p>
                  </a:txBody>
                  <a:tcPr/>
                </a:tc>
                <a:tc>
                  <a:txBody>
                    <a:bodyPr/>
                    <a:lstStyle/>
                    <a:p>
                      <a:pPr algn="ctr">
                        <a:buNone/>
                      </a:pPr>
                      <a:r>
                        <a:rPr lang="es-ES" sz="3200">
                          <a:latin typeface="Times New Roman" panose="02020603050405020304" pitchFamily="18" charset="0"/>
                          <a:cs typeface="Times New Roman" panose="02020603050405020304" pitchFamily="18" charset="0"/>
                        </a:rPr>
                        <a:t>Vázquez de Parga et al.</a:t>
                      </a:r>
                      <a:endParaRPr lang="en-IN" dirty="0"/>
                    </a:p>
                  </a:txBody>
                  <a:tcPr anchor="ctr"/>
                </a:tc>
                <a:tc>
                  <a:txBody>
                    <a:bodyPr/>
                    <a:lstStyle/>
                    <a:p>
                      <a:r>
                        <a:rPr lang="en-GB" sz="2800">
                          <a:latin typeface="Times New Roman" panose="02020603050405020304" pitchFamily="18" charset="0"/>
                          <a:cs typeface="Times New Roman" panose="02020603050405020304" pitchFamily="18" charset="0"/>
                        </a:rPr>
                        <a:t>DFA Learning Using JFLAP</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Visualizes DFA learning</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IN" sz="2800">
                          <a:latin typeface="Times New Roman" panose="02020603050405020304" pitchFamily="18" charset="0"/>
                          <a:cs typeface="Times New Roman" panose="02020603050405020304" pitchFamily="18" charset="0"/>
                        </a:rPr>
                        <a:t>DFA-focused</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63094505"/>
                  </a:ext>
                </a:extLst>
              </a:tr>
              <a:tr h="1431235">
                <a:tc>
                  <a:txBody>
                    <a:bodyPr/>
                    <a:lstStyle/>
                    <a:p>
                      <a:r>
                        <a:rPr lang="en-GB" sz="4000">
                          <a:latin typeface="Times New Roman" panose="02020603050405020304" pitchFamily="18" charset="0"/>
                          <a:cs typeface="Times New Roman" panose="02020603050405020304" pitchFamily="18" charset="0"/>
                        </a:rPr>
                        <a:t>         4</a:t>
                      </a:r>
                      <a:endParaRPr lang="en-IN" sz="4000">
                        <a:latin typeface="Times New Roman" panose="02020603050405020304" pitchFamily="18" charset="0"/>
                        <a:cs typeface="Times New Roman" panose="02020603050405020304" pitchFamily="18" charset="0"/>
                      </a:endParaRPr>
                    </a:p>
                  </a:txBody>
                  <a:tcPr/>
                </a:tc>
                <a:tc>
                  <a:txBody>
                    <a:bodyPr/>
                    <a:lstStyle/>
                    <a:p>
                      <a:pPr algn="ctr"/>
                      <a:r>
                        <a:rPr lang="en-IN" sz="3200">
                          <a:latin typeface="Times New Roman" panose="02020603050405020304" pitchFamily="18" charset="0"/>
                          <a:cs typeface="Times New Roman" panose="02020603050405020304" pitchFamily="18" charset="0"/>
                        </a:rPr>
                        <a:t>2024</a:t>
                      </a:r>
                    </a:p>
                  </a:txBody>
                  <a:tcPr/>
                </a:tc>
                <a:tc>
                  <a:txBody>
                    <a:bodyPr/>
                    <a:lstStyle/>
                    <a:p>
                      <a:pPr algn="ctr"/>
                      <a:r>
                        <a:rPr lang="en-IN" sz="3200">
                          <a:latin typeface="Times New Roman" panose="02020603050405020304" pitchFamily="18" charset="0"/>
                          <a:cs typeface="Times New Roman" panose="02020603050405020304" pitchFamily="18" charset="0"/>
                        </a:rPr>
                        <a:t>D’Antoni et al.</a:t>
                      </a:r>
                      <a:endParaRPr lang="en-IN" sz="32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Automata Tutor v3</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Automated feedback</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Assessment-focused</a:t>
                      </a:r>
                      <a:endParaRPr lang="en-GB"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09629604"/>
                  </a:ext>
                </a:extLst>
              </a:tr>
              <a:tr h="1431235">
                <a:tc>
                  <a:txBody>
                    <a:bodyPr/>
                    <a:lstStyle/>
                    <a:p>
                      <a:r>
                        <a:rPr lang="en-GB" sz="4000">
                          <a:latin typeface="Times New Roman" panose="02020603050405020304" pitchFamily="18" charset="0"/>
                          <a:cs typeface="Times New Roman" panose="02020603050405020304" pitchFamily="18" charset="0"/>
                        </a:rPr>
                        <a:t>         5</a:t>
                      </a:r>
                      <a:endParaRPr lang="en-IN" sz="4000">
                        <a:latin typeface="Times New Roman" panose="02020603050405020304" pitchFamily="18" charset="0"/>
                        <a:cs typeface="Times New Roman" panose="02020603050405020304" pitchFamily="18" charset="0"/>
                      </a:endParaRPr>
                    </a:p>
                  </a:txBody>
                  <a:tcPr/>
                </a:tc>
                <a:tc>
                  <a:txBody>
                    <a:bodyPr/>
                    <a:lstStyle/>
                    <a:p>
                      <a:pPr algn="ctr"/>
                      <a:r>
                        <a:rPr lang="en-IN" sz="3200">
                          <a:latin typeface="Times New Roman" panose="02020603050405020304" pitchFamily="18" charset="0"/>
                          <a:cs typeface="Times New Roman" panose="02020603050405020304" pitchFamily="18" charset="0"/>
                        </a:rPr>
                        <a:t>2025</a:t>
                      </a:r>
                    </a:p>
                  </a:txBody>
                  <a:tcPr/>
                </a:tc>
                <a:tc>
                  <a:txBody>
                    <a:bodyPr/>
                    <a:lstStyle/>
                    <a:p>
                      <a:pPr algn="ctr"/>
                      <a:r>
                        <a:rPr lang="en-IN" sz="3200">
                          <a:latin typeface="Times New Roman" panose="02020603050405020304" pitchFamily="18" charset="0"/>
                          <a:cs typeface="Times New Roman" panose="02020603050405020304" pitchFamily="18" charset="0"/>
                        </a:rPr>
                        <a:t>Mohammed et al.</a:t>
                      </a:r>
                      <a:endParaRPr lang="en-IN" sz="32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Formal Language Visualizations</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Interactive learning support</a:t>
                      </a:r>
                      <a:endParaRPr lang="en-GB" sz="2800" dirty="0">
                        <a:latin typeface="Times New Roman" panose="02020603050405020304" pitchFamily="18" charset="0"/>
                        <a:cs typeface="Times New Roman" panose="02020603050405020304" pitchFamily="18" charset="0"/>
                      </a:endParaRPr>
                    </a:p>
                  </a:txBody>
                  <a:tcPr/>
                </a:tc>
                <a:tc>
                  <a:txBody>
                    <a:bodyPr/>
                    <a:lstStyle/>
                    <a:p>
                      <a:r>
                        <a:rPr lang="en-GB" sz="2800">
                          <a:latin typeface="Times New Roman" panose="02020603050405020304" pitchFamily="18" charset="0"/>
                          <a:cs typeface="Times New Roman" panose="02020603050405020304" pitchFamily="18" charset="0"/>
                        </a:rPr>
                        <a:t>eTextbook-focused</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04548010"/>
                  </a:ext>
                </a:extLst>
              </a:tr>
            </a:tbl>
          </a:graphicData>
        </a:graphic>
      </p:graphicFrame>
    </p:spTree>
    <p:extLst>
      <p:ext uri="{BB962C8B-B14F-4D97-AF65-F5344CB8AC3E}">
        <p14:creationId xmlns:p14="http://schemas.microsoft.com/office/powerpoint/2010/main" val="1347394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E00A92E2-97DA-4226-9D82-10E0CE850B8E}"/>
              </a:ext>
            </a:extLst>
          </p:cNvPr>
          <p:cNvGraphicFramePr/>
          <p:nvPr>
            <p:extLst>
              <p:ext uri="{D42A27DB-BD31-4B8C-83A1-F6EECF244321}">
                <p14:modId xmlns:p14="http://schemas.microsoft.com/office/powerpoint/2010/main" val="2685031856"/>
              </p:ext>
            </p:extLst>
          </p:nvPr>
        </p:nvGraphicFramePr>
        <p:xfrm>
          <a:off x="729210" y="3050485"/>
          <a:ext cx="13631026" cy="8902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3F41E0A0-4259-2005-38A3-B8F593CB7994}"/>
              </a:ext>
            </a:extLst>
          </p:cNvPr>
          <p:cNvSpPr>
            <a:spLocks noGrp="1"/>
          </p:cNvSpPr>
          <p:nvPr>
            <p:ph type="body" idx="2"/>
          </p:nvPr>
        </p:nvSpPr>
        <p:spPr>
          <a:xfrm>
            <a:off x="2085261" y="1145485"/>
            <a:ext cx="21971100" cy="1905000"/>
          </a:xfrm>
        </p:spPr>
        <p:txBody>
          <a:bodyPr>
            <a:normAutofit/>
          </a:bodyPr>
          <a:lstStyle/>
          <a:p>
            <a:r>
              <a:rPr lang="en-GB" sz="8500">
                <a:latin typeface="Footlight MT Light" panose="0204060206030A020304" pitchFamily="18" charset="0"/>
              </a:rPr>
              <a:t>Proposed Work</a:t>
            </a:r>
            <a:endParaRPr lang="en-IN" sz="8500">
              <a:latin typeface="Footlight MT Light" panose="0204060206030A020304" pitchFamily="18" charset="0"/>
            </a:endParaRPr>
          </a:p>
        </p:txBody>
      </p:sp>
    </p:spTree>
    <p:extLst>
      <p:ext uri="{BB962C8B-B14F-4D97-AF65-F5344CB8AC3E}">
        <p14:creationId xmlns:p14="http://schemas.microsoft.com/office/powerpoint/2010/main" val="961969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6bc379c7b1_0_578"/>
          <p:cNvSpPr txBox="1">
            <a:spLocks noGrp="1"/>
          </p:cNvSpPr>
          <p:nvPr>
            <p:ph type="title"/>
          </p:nvPr>
        </p:nvSpPr>
        <p:spPr>
          <a:xfrm>
            <a:off x="1727752" y="1381144"/>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8500" b="1" i="0" u="none" strike="noStrike" cap="none">
                <a:solidFill>
                  <a:srgbClr val="000000"/>
                </a:solidFill>
                <a:latin typeface="Footlight MT Light" panose="0204060206030A020304" pitchFamily="18" charset="0"/>
                <a:sym typeface="Helvetica Neue"/>
              </a:rPr>
              <a:t>System Architecture / Workflow</a:t>
            </a:r>
            <a:endParaRPr>
              <a:latin typeface="Footlight MT Light" panose="0204060206030A020304" pitchFamily="18" charset="0"/>
            </a:endParaRPr>
          </a:p>
        </p:txBody>
      </p:sp>
      <p:sp>
        <p:nvSpPr>
          <p:cNvPr id="123" name="Google Shape;123;g36bc379c7b1_0_578"/>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8</a:t>
            </a:fld>
            <a:endParaRPr/>
          </a:p>
        </p:txBody>
      </p:sp>
      <p:graphicFrame>
        <p:nvGraphicFramePr>
          <p:cNvPr id="2" name="Diagram 1">
            <a:extLst>
              <a:ext uri="{FF2B5EF4-FFF2-40B4-BE49-F238E27FC236}">
                <a16:creationId xmlns:a16="http://schemas.microsoft.com/office/drawing/2014/main" id="{525516E6-FC80-4D4D-9756-2955140BBBC4}"/>
              </a:ext>
            </a:extLst>
          </p:cNvPr>
          <p:cNvGraphicFramePr/>
          <p:nvPr>
            <p:extLst>
              <p:ext uri="{D42A27DB-BD31-4B8C-83A1-F6EECF244321}">
                <p14:modId xmlns:p14="http://schemas.microsoft.com/office/powerpoint/2010/main" val="2749185562"/>
              </p:ext>
            </p:extLst>
          </p:nvPr>
        </p:nvGraphicFramePr>
        <p:xfrm>
          <a:off x="-2585259" y="3149920"/>
          <a:ext cx="19667913" cy="95987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8C81A5D9-EDD1-4B40-9A35-F966ECFF6A50}"/>
              </a:ext>
            </a:extLst>
          </p:cNvPr>
          <p:cNvPicPr>
            <a:picLocks noChangeAspect="1"/>
          </p:cNvPicPr>
          <p:nvPr/>
        </p:nvPicPr>
        <p:blipFill rotWithShape="1">
          <a:blip r:embed="rId8"/>
          <a:srcRect t="10472"/>
          <a:stretch/>
        </p:blipFill>
        <p:spPr>
          <a:xfrm>
            <a:off x="11526731" y="2802834"/>
            <a:ext cx="12172121" cy="78030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36bc379c7b1_0_584"/>
          <p:cNvSpPr txBox="1">
            <a:spLocks noGrp="1"/>
          </p:cNvSpPr>
          <p:nvPr>
            <p:ph type="title"/>
          </p:nvPr>
        </p:nvSpPr>
        <p:spPr>
          <a:xfrm>
            <a:off x="1871317" y="1302924"/>
            <a:ext cx="21971100" cy="1433100"/>
          </a:xfrm>
          <a:prstGeom prst="rect">
            <a:avLst/>
          </a:prstGeom>
          <a:noFill/>
          <a:ln>
            <a:noFill/>
          </a:ln>
        </p:spPr>
        <p:txBody>
          <a:bodyPr spcFirstLastPara="1" wrap="square" lIns="50800" tIns="50800" rIns="50800" bIns="50800" anchor="t" anchorCtr="0">
            <a:normAutofit fontScale="90000"/>
          </a:bodyPr>
          <a:lstStyle/>
          <a:p>
            <a:pPr lvl="0">
              <a:buSzPts val="8500"/>
            </a:pPr>
            <a:r>
              <a:rPr lang="en-US" sz="8500" b="1" i="0" u="none" strike="noStrike" cap="none">
                <a:solidFill>
                  <a:srgbClr val="000000"/>
                </a:solidFill>
                <a:latin typeface="Footlight MT Light" panose="0204060206030A020304" pitchFamily="18" charset="0"/>
                <a:sym typeface="Helvetica Neue"/>
              </a:rPr>
              <a:t>Module 1: </a:t>
            </a:r>
            <a:r>
              <a:rPr lang="en-IN" dirty="0">
                <a:latin typeface="Footlight MT Light" panose="0204060206030A020304" pitchFamily="18" charset="0"/>
              </a:rPr>
              <a:t>Automata Creation</a:t>
            </a:r>
            <a:br>
              <a:rPr lang="en-IN" dirty="0">
                <a:latin typeface="Footlight MT Light" panose="0204060206030A020304" pitchFamily="18" charset="0"/>
              </a:rPr>
            </a:br>
            <a:br>
              <a:rPr lang="en-IN">
                <a:latin typeface="Footlight MT Light" panose="0204060206030A020304" pitchFamily="18" charset="0"/>
              </a:rPr>
            </a:br>
            <a:endParaRPr>
              <a:latin typeface="Footlight MT Light" panose="0204060206030A020304" pitchFamily="18" charset="0"/>
            </a:endParaRPr>
          </a:p>
        </p:txBody>
      </p:sp>
      <p:sp>
        <p:nvSpPr>
          <p:cNvPr id="130" name="Google Shape;130;g36bc379c7b1_0_584"/>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9</a:t>
            </a:fld>
            <a:endParaRPr/>
          </a:p>
        </p:txBody>
      </p:sp>
      <p:graphicFrame>
        <p:nvGraphicFramePr>
          <p:cNvPr id="2" name="Diagram 1">
            <a:extLst>
              <a:ext uri="{FF2B5EF4-FFF2-40B4-BE49-F238E27FC236}">
                <a16:creationId xmlns:a16="http://schemas.microsoft.com/office/drawing/2014/main" id="{F6F127AE-FFF5-4B73-A3BB-6F59B0164B1F}"/>
              </a:ext>
            </a:extLst>
          </p:cNvPr>
          <p:cNvGraphicFramePr/>
          <p:nvPr>
            <p:extLst>
              <p:ext uri="{D42A27DB-BD31-4B8C-83A1-F6EECF244321}">
                <p14:modId xmlns:p14="http://schemas.microsoft.com/office/powerpoint/2010/main" val="4281864040"/>
              </p:ext>
            </p:extLst>
          </p:nvPr>
        </p:nvGraphicFramePr>
        <p:xfrm>
          <a:off x="967408" y="3607966"/>
          <a:ext cx="12401531" cy="7511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6bc379c7b1_0_590"/>
          <p:cNvSpPr txBox="1">
            <a:spLocks noGrp="1"/>
          </p:cNvSpPr>
          <p:nvPr>
            <p:ph type="title"/>
          </p:nvPr>
        </p:nvSpPr>
        <p:spPr>
          <a:xfrm>
            <a:off x="1714500" y="1262380"/>
            <a:ext cx="21971100" cy="1433100"/>
          </a:xfrm>
          <a:prstGeom prst="rect">
            <a:avLst/>
          </a:prstGeom>
          <a:noFill/>
          <a:ln>
            <a:noFill/>
          </a:ln>
        </p:spPr>
        <p:txBody>
          <a:bodyPr spcFirstLastPara="1" wrap="square" lIns="50800" tIns="50800" rIns="50800" bIns="50800" anchor="t" anchorCtr="0">
            <a:normAutofit fontScale="90000"/>
          </a:bodyPr>
          <a:lstStyle/>
          <a:p>
            <a:pPr lvl="0">
              <a:buSzPts val="8500"/>
            </a:pPr>
            <a:r>
              <a:rPr lang="en-US" sz="7200">
                <a:latin typeface="Footlight MT Light" panose="0204060206030A020304" pitchFamily="18" charset="0"/>
              </a:rPr>
              <a:t>Module 2: </a:t>
            </a:r>
            <a:r>
              <a:rPr lang="fr-FR" sz="7200" dirty="0" err="1">
                <a:latin typeface="Footlight MT Light" panose="0204060206030A020304" pitchFamily="18" charset="0"/>
              </a:rPr>
              <a:t>Automata</a:t>
            </a:r>
            <a:r>
              <a:rPr lang="fr-FR" sz="7200" dirty="0">
                <a:latin typeface="Footlight MT Light" panose="0204060206030A020304" pitchFamily="18" charset="0"/>
              </a:rPr>
              <a:t> </a:t>
            </a:r>
            <a:r>
              <a:rPr lang="fr-FR" sz="7200" dirty="0" err="1">
                <a:latin typeface="Footlight MT Light" panose="0204060206030A020304" pitchFamily="18" charset="0"/>
              </a:rPr>
              <a:t>Visualization</a:t>
            </a:r>
            <a:br>
              <a:rPr lang="fr-FR" sz="7200" dirty="0">
                <a:latin typeface="Footlight MT Light" panose="0204060206030A020304" pitchFamily="18" charset="0"/>
              </a:rPr>
            </a:br>
            <a:endParaRPr sz="7200">
              <a:latin typeface="Footlight MT Light" panose="0204060206030A020304" pitchFamily="18" charset="0"/>
            </a:endParaRPr>
          </a:p>
        </p:txBody>
      </p:sp>
      <p:sp>
        <p:nvSpPr>
          <p:cNvPr id="137" name="Google Shape;137;g36bc379c7b1_0_590"/>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10</a:t>
            </a:fld>
            <a:endParaRPr/>
          </a:p>
        </p:txBody>
      </p:sp>
      <p:graphicFrame>
        <p:nvGraphicFramePr>
          <p:cNvPr id="2" name="Diagram 1">
            <a:extLst>
              <a:ext uri="{FF2B5EF4-FFF2-40B4-BE49-F238E27FC236}">
                <a16:creationId xmlns:a16="http://schemas.microsoft.com/office/drawing/2014/main" id="{3C3BEDE8-B3CC-4854-B504-BBB8DEA3A2CA}"/>
              </a:ext>
            </a:extLst>
          </p:cNvPr>
          <p:cNvGraphicFramePr/>
          <p:nvPr>
            <p:extLst>
              <p:ext uri="{D42A27DB-BD31-4B8C-83A1-F6EECF244321}">
                <p14:modId xmlns:p14="http://schemas.microsoft.com/office/powerpoint/2010/main" val="2537368978"/>
              </p:ext>
            </p:extLst>
          </p:nvPr>
        </p:nvGraphicFramePr>
        <p:xfrm>
          <a:off x="479137" y="4088378"/>
          <a:ext cx="13495280" cy="6347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1EF86FA3-0E9E-F3AA-7839-87BF82C0622E}"/>
            </a:ext>
          </a:extLst>
        </p:cNvPr>
        <p:cNvGrpSpPr/>
        <p:nvPr/>
      </p:nvGrpSpPr>
      <p:grpSpPr>
        <a:xfrm>
          <a:off x="0" y="0"/>
          <a:ext cx="0" cy="0"/>
          <a:chOff x="0" y="0"/>
          <a:chExt cx="0" cy="0"/>
        </a:xfrm>
      </p:grpSpPr>
      <p:sp>
        <p:nvSpPr>
          <p:cNvPr id="128" name="Google Shape;128;g36bc379c7b1_0_584">
            <a:extLst>
              <a:ext uri="{FF2B5EF4-FFF2-40B4-BE49-F238E27FC236}">
                <a16:creationId xmlns:a16="http://schemas.microsoft.com/office/drawing/2014/main" id="{3B169045-E72E-7B34-7078-0ED7BF4D7C72}"/>
              </a:ext>
            </a:extLst>
          </p:cNvPr>
          <p:cNvSpPr txBox="1">
            <a:spLocks noGrp="1"/>
          </p:cNvSpPr>
          <p:nvPr>
            <p:ph type="title"/>
          </p:nvPr>
        </p:nvSpPr>
        <p:spPr>
          <a:xfrm>
            <a:off x="1411357" y="1302924"/>
            <a:ext cx="22431060" cy="1433100"/>
          </a:xfrm>
          <a:prstGeom prst="rect">
            <a:avLst/>
          </a:prstGeom>
          <a:noFill/>
          <a:ln>
            <a:noFill/>
          </a:ln>
        </p:spPr>
        <p:txBody>
          <a:bodyPr spcFirstLastPara="1" wrap="square" lIns="50800" tIns="50800" rIns="50800" bIns="50800" anchor="t" anchorCtr="0">
            <a:normAutofit fontScale="90000"/>
          </a:bodyPr>
          <a:lstStyle/>
          <a:p>
            <a:pPr lvl="0">
              <a:buSzPts val="8500"/>
            </a:pPr>
            <a:r>
              <a:rPr lang="en-US" sz="8500" b="1" i="0" u="none" strike="noStrike" cap="none" dirty="0">
                <a:solidFill>
                  <a:srgbClr val="000000"/>
                </a:solidFill>
                <a:latin typeface="Footlight MT Light" panose="0204060206030A020304" pitchFamily="18" charset="0"/>
                <a:sym typeface="Helvetica Neue"/>
              </a:rPr>
              <a:t>Module 3: </a:t>
            </a:r>
            <a:r>
              <a:rPr lang="en-IN" dirty="0">
                <a:latin typeface="Footlight MT Light" panose="0204060206030A020304" pitchFamily="18" charset="0"/>
              </a:rPr>
              <a:t>String Validator</a:t>
            </a:r>
            <a:br>
              <a:rPr lang="en-IN" dirty="0">
                <a:latin typeface="Footlight MT Light" panose="0204060206030A020304" pitchFamily="18" charset="0"/>
              </a:rPr>
            </a:br>
            <a:br>
              <a:rPr lang="en-IN" dirty="0">
                <a:latin typeface="Footlight MT Light" panose="0204060206030A020304" pitchFamily="18" charset="0"/>
              </a:rPr>
            </a:br>
            <a:endParaRPr dirty="0">
              <a:latin typeface="Footlight MT Light" panose="0204060206030A020304" pitchFamily="18" charset="0"/>
            </a:endParaRPr>
          </a:p>
        </p:txBody>
      </p:sp>
      <p:sp>
        <p:nvSpPr>
          <p:cNvPr id="130" name="Google Shape;130;g36bc379c7b1_0_584">
            <a:extLst>
              <a:ext uri="{FF2B5EF4-FFF2-40B4-BE49-F238E27FC236}">
                <a16:creationId xmlns:a16="http://schemas.microsoft.com/office/drawing/2014/main" id="{25832EF3-4E3B-6BAB-F930-785CBCF0934B}"/>
              </a:ext>
            </a:extLst>
          </p:cNvPr>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11</a:t>
            </a:fld>
            <a:endParaRPr/>
          </a:p>
        </p:txBody>
      </p:sp>
      <p:graphicFrame>
        <p:nvGraphicFramePr>
          <p:cNvPr id="2" name="Diagram 1">
            <a:extLst>
              <a:ext uri="{FF2B5EF4-FFF2-40B4-BE49-F238E27FC236}">
                <a16:creationId xmlns:a16="http://schemas.microsoft.com/office/drawing/2014/main" id="{6F76F49E-CC88-78AF-8A9F-1710D2F5AD59}"/>
              </a:ext>
            </a:extLst>
          </p:cNvPr>
          <p:cNvGraphicFramePr/>
          <p:nvPr>
            <p:extLst>
              <p:ext uri="{D42A27DB-BD31-4B8C-83A1-F6EECF244321}">
                <p14:modId xmlns:p14="http://schemas.microsoft.com/office/powerpoint/2010/main" val="2575154725"/>
              </p:ext>
            </p:extLst>
          </p:nvPr>
        </p:nvGraphicFramePr>
        <p:xfrm>
          <a:off x="967408" y="3607966"/>
          <a:ext cx="12401531" cy="7511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6594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D8EDC9F4-E642-EF94-AD33-D2B9A9E1DE28}"/>
            </a:ext>
          </a:extLst>
        </p:cNvPr>
        <p:cNvGrpSpPr/>
        <p:nvPr/>
      </p:nvGrpSpPr>
      <p:grpSpPr>
        <a:xfrm>
          <a:off x="0" y="0"/>
          <a:ext cx="0" cy="0"/>
          <a:chOff x="0" y="0"/>
          <a:chExt cx="0" cy="0"/>
        </a:xfrm>
      </p:grpSpPr>
      <p:sp>
        <p:nvSpPr>
          <p:cNvPr id="135" name="Google Shape;135;g36bc379c7b1_0_590">
            <a:extLst>
              <a:ext uri="{FF2B5EF4-FFF2-40B4-BE49-F238E27FC236}">
                <a16:creationId xmlns:a16="http://schemas.microsoft.com/office/drawing/2014/main" id="{F40363F3-B40E-B044-B3FD-578F04338FCD}"/>
              </a:ext>
            </a:extLst>
          </p:cNvPr>
          <p:cNvSpPr txBox="1">
            <a:spLocks noGrp="1"/>
          </p:cNvSpPr>
          <p:nvPr>
            <p:ph type="title"/>
          </p:nvPr>
        </p:nvSpPr>
        <p:spPr>
          <a:xfrm>
            <a:off x="1714500" y="1262380"/>
            <a:ext cx="21971100" cy="1433100"/>
          </a:xfrm>
          <a:prstGeom prst="rect">
            <a:avLst/>
          </a:prstGeom>
          <a:noFill/>
          <a:ln>
            <a:noFill/>
          </a:ln>
        </p:spPr>
        <p:txBody>
          <a:bodyPr spcFirstLastPara="1" wrap="square" lIns="50800" tIns="50800" rIns="50800" bIns="50800" anchor="t" anchorCtr="0">
            <a:normAutofit fontScale="90000"/>
          </a:bodyPr>
          <a:lstStyle/>
          <a:p>
            <a:pPr lvl="0">
              <a:buSzPts val="8500"/>
            </a:pPr>
            <a:r>
              <a:rPr lang="en-US" sz="7200" dirty="0">
                <a:latin typeface="Footlight MT Light" panose="0204060206030A020304" pitchFamily="18" charset="0"/>
              </a:rPr>
              <a:t>Module 4: </a:t>
            </a:r>
            <a:r>
              <a:rPr lang="fr-FR" sz="7200" dirty="0" err="1">
                <a:latin typeface="Footlight MT Light" panose="0204060206030A020304" pitchFamily="18" charset="0"/>
              </a:rPr>
              <a:t>Step</a:t>
            </a:r>
            <a:r>
              <a:rPr lang="fr-FR" sz="7200" dirty="0">
                <a:latin typeface="Footlight MT Light" panose="0204060206030A020304" pitchFamily="18" charset="0"/>
              </a:rPr>
              <a:t>-by-</a:t>
            </a:r>
            <a:r>
              <a:rPr lang="fr-FR" sz="7200" dirty="0" err="1">
                <a:latin typeface="Footlight MT Light" panose="0204060206030A020304" pitchFamily="18" charset="0"/>
              </a:rPr>
              <a:t>Step</a:t>
            </a:r>
            <a:r>
              <a:rPr lang="fr-FR" sz="7200" dirty="0">
                <a:latin typeface="Footlight MT Light" panose="0204060206030A020304" pitchFamily="18" charset="0"/>
              </a:rPr>
              <a:t> Simulator</a:t>
            </a:r>
            <a:br>
              <a:rPr lang="fr-FR" sz="7200" dirty="0">
                <a:latin typeface="Footlight MT Light" panose="0204060206030A020304" pitchFamily="18" charset="0"/>
              </a:rPr>
            </a:br>
            <a:endParaRPr sz="7200" dirty="0">
              <a:latin typeface="Footlight MT Light" panose="0204060206030A020304" pitchFamily="18" charset="0"/>
            </a:endParaRPr>
          </a:p>
        </p:txBody>
      </p:sp>
      <p:sp>
        <p:nvSpPr>
          <p:cNvPr id="137" name="Google Shape;137;g36bc379c7b1_0_590">
            <a:extLst>
              <a:ext uri="{FF2B5EF4-FFF2-40B4-BE49-F238E27FC236}">
                <a16:creationId xmlns:a16="http://schemas.microsoft.com/office/drawing/2014/main" id="{A443B627-70A5-9CA4-52C6-B87B1FF44CC7}"/>
              </a:ext>
            </a:extLst>
          </p:cNvPr>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12</a:t>
            </a:fld>
            <a:endParaRPr/>
          </a:p>
        </p:txBody>
      </p:sp>
      <p:graphicFrame>
        <p:nvGraphicFramePr>
          <p:cNvPr id="2" name="Diagram 1">
            <a:extLst>
              <a:ext uri="{FF2B5EF4-FFF2-40B4-BE49-F238E27FC236}">
                <a16:creationId xmlns:a16="http://schemas.microsoft.com/office/drawing/2014/main" id="{9B121615-5C2F-8A97-C003-88C2EAAB7A32}"/>
              </a:ext>
            </a:extLst>
          </p:cNvPr>
          <p:cNvGraphicFramePr/>
          <p:nvPr>
            <p:extLst>
              <p:ext uri="{D42A27DB-BD31-4B8C-83A1-F6EECF244321}">
                <p14:modId xmlns:p14="http://schemas.microsoft.com/office/powerpoint/2010/main" val="1493055054"/>
              </p:ext>
            </p:extLst>
          </p:nvPr>
        </p:nvGraphicFramePr>
        <p:xfrm>
          <a:off x="479137" y="4088378"/>
          <a:ext cx="13495280" cy="6347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09358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FD87F592-1FBF-1B93-20B3-EF15D12E2CF5}"/>
            </a:ext>
          </a:extLst>
        </p:cNvPr>
        <p:cNvGrpSpPr/>
        <p:nvPr/>
      </p:nvGrpSpPr>
      <p:grpSpPr>
        <a:xfrm>
          <a:off x="0" y="0"/>
          <a:ext cx="0" cy="0"/>
          <a:chOff x="0" y="0"/>
          <a:chExt cx="0" cy="0"/>
        </a:xfrm>
      </p:grpSpPr>
      <p:sp>
        <p:nvSpPr>
          <p:cNvPr id="128" name="Google Shape;128;g36bc379c7b1_0_584">
            <a:extLst>
              <a:ext uri="{FF2B5EF4-FFF2-40B4-BE49-F238E27FC236}">
                <a16:creationId xmlns:a16="http://schemas.microsoft.com/office/drawing/2014/main" id="{180E3DF8-612F-0192-1F87-CE21704D7E55}"/>
              </a:ext>
            </a:extLst>
          </p:cNvPr>
          <p:cNvSpPr txBox="1">
            <a:spLocks noGrp="1"/>
          </p:cNvSpPr>
          <p:nvPr>
            <p:ph type="title"/>
          </p:nvPr>
        </p:nvSpPr>
        <p:spPr>
          <a:xfrm>
            <a:off x="1411357" y="1302924"/>
            <a:ext cx="22431060" cy="1433100"/>
          </a:xfrm>
          <a:prstGeom prst="rect">
            <a:avLst/>
          </a:prstGeom>
          <a:noFill/>
          <a:ln>
            <a:noFill/>
          </a:ln>
        </p:spPr>
        <p:txBody>
          <a:bodyPr spcFirstLastPara="1" wrap="square" lIns="50800" tIns="50800" rIns="50800" bIns="50800" anchor="t" anchorCtr="0">
            <a:normAutofit fontScale="90000"/>
          </a:bodyPr>
          <a:lstStyle/>
          <a:p>
            <a:pPr lvl="0">
              <a:buSzPts val="8500"/>
            </a:pPr>
            <a:r>
              <a:rPr lang="en-US" sz="8500" b="1" i="0" u="none" strike="noStrike" cap="none" dirty="0">
                <a:solidFill>
                  <a:srgbClr val="000000"/>
                </a:solidFill>
                <a:latin typeface="Footlight MT Light" panose="0204060206030A020304" pitchFamily="18" charset="0"/>
                <a:sym typeface="Helvetica Neue"/>
              </a:rPr>
              <a:t>Module 5: </a:t>
            </a:r>
            <a:r>
              <a:rPr lang="en-IN" dirty="0">
                <a:latin typeface="Footlight MT Light" panose="0204060206030A020304" pitchFamily="18" charset="0"/>
              </a:rPr>
              <a:t>NFA to DFA Conversion</a:t>
            </a:r>
            <a:br>
              <a:rPr lang="en-IN" dirty="0">
                <a:latin typeface="Footlight MT Light" panose="0204060206030A020304" pitchFamily="18" charset="0"/>
              </a:rPr>
            </a:br>
            <a:br>
              <a:rPr lang="en-IN" dirty="0">
                <a:latin typeface="Footlight MT Light" panose="0204060206030A020304" pitchFamily="18" charset="0"/>
              </a:rPr>
            </a:br>
            <a:endParaRPr dirty="0">
              <a:latin typeface="Footlight MT Light" panose="0204060206030A020304" pitchFamily="18" charset="0"/>
            </a:endParaRPr>
          </a:p>
        </p:txBody>
      </p:sp>
      <p:sp>
        <p:nvSpPr>
          <p:cNvPr id="130" name="Google Shape;130;g36bc379c7b1_0_584">
            <a:extLst>
              <a:ext uri="{FF2B5EF4-FFF2-40B4-BE49-F238E27FC236}">
                <a16:creationId xmlns:a16="http://schemas.microsoft.com/office/drawing/2014/main" id="{2B9A31EF-1866-C4BC-59F2-85413A008F17}"/>
              </a:ext>
            </a:extLst>
          </p:cNvPr>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13</a:t>
            </a:fld>
            <a:endParaRPr/>
          </a:p>
        </p:txBody>
      </p:sp>
      <p:graphicFrame>
        <p:nvGraphicFramePr>
          <p:cNvPr id="2" name="Diagram 1">
            <a:extLst>
              <a:ext uri="{FF2B5EF4-FFF2-40B4-BE49-F238E27FC236}">
                <a16:creationId xmlns:a16="http://schemas.microsoft.com/office/drawing/2014/main" id="{285FB866-ADE7-3B6F-DFC4-BF779F1CBFFE}"/>
              </a:ext>
            </a:extLst>
          </p:cNvPr>
          <p:cNvGraphicFramePr/>
          <p:nvPr>
            <p:extLst>
              <p:ext uri="{D42A27DB-BD31-4B8C-83A1-F6EECF244321}">
                <p14:modId xmlns:p14="http://schemas.microsoft.com/office/powerpoint/2010/main" val="3582049923"/>
              </p:ext>
            </p:extLst>
          </p:nvPr>
        </p:nvGraphicFramePr>
        <p:xfrm>
          <a:off x="967408" y="3607966"/>
          <a:ext cx="12401531" cy="7511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1980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36bc379c7b1_0_602"/>
          <p:cNvSpPr txBox="1">
            <a:spLocks noGrp="1"/>
          </p:cNvSpPr>
          <p:nvPr>
            <p:ph type="title"/>
          </p:nvPr>
        </p:nvSpPr>
        <p:spPr>
          <a:xfrm>
            <a:off x="1684482" y="1224686"/>
            <a:ext cx="21971100" cy="1433100"/>
          </a:xfrm>
          <a:prstGeom prst="rect">
            <a:avLst/>
          </a:prstGeom>
          <a:noFill/>
          <a:ln>
            <a:noFill/>
          </a:ln>
        </p:spPr>
        <p:txBody>
          <a:bodyPr spcFirstLastPara="1" wrap="square" lIns="50800" tIns="50800" rIns="50800" bIns="50800" anchor="t" anchorCtr="0">
            <a:normAutofit/>
          </a:bodyPr>
          <a:lstStyle/>
          <a:p>
            <a:pPr lvl="0">
              <a:buSzPts val="8500"/>
            </a:pPr>
            <a:r>
              <a:rPr lang="en-GB">
                <a:latin typeface="Footlight MT Light" panose="0204060206030A020304" pitchFamily="18" charset="0"/>
              </a:rPr>
              <a:t>E</a:t>
            </a:r>
            <a:r>
              <a:rPr lang="en-IN">
                <a:latin typeface="Footlight MT Light" panose="0204060206030A020304" pitchFamily="18" charset="0"/>
              </a:rPr>
              <a:t>valuation And Testing</a:t>
            </a:r>
            <a:endParaRPr>
              <a:latin typeface="Footlight MT Light" panose="0204060206030A020304" pitchFamily="18" charset="0"/>
            </a:endParaRPr>
          </a:p>
        </p:txBody>
      </p:sp>
      <p:sp>
        <p:nvSpPr>
          <p:cNvPr id="151" name="Google Shape;151;g36bc379c7b1_0_602"/>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14</a:t>
            </a:fld>
            <a:endParaRPr/>
          </a:p>
        </p:txBody>
      </p:sp>
      <p:graphicFrame>
        <p:nvGraphicFramePr>
          <p:cNvPr id="2" name="Diagram 1">
            <a:extLst>
              <a:ext uri="{FF2B5EF4-FFF2-40B4-BE49-F238E27FC236}">
                <a16:creationId xmlns:a16="http://schemas.microsoft.com/office/drawing/2014/main" id="{75F0B626-1E9E-4080-AFAB-9860555B3266}"/>
              </a:ext>
            </a:extLst>
          </p:cNvPr>
          <p:cNvGraphicFramePr/>
          <p:nvPr>
            <p:extLst>
              <p:ext uri="{D42A27DB-BD31-4B8C-83A1-F6EECF244321}">
                <p14:modId xmlns:p14="http://schemas.microsoft.com/office/powerpoint/2010/main" val="2693251428"/>
              </p:ext>
            </p:extLst>
          </p:nvPr>
        </p:nvGraphicFramePr>
        <p:xfrm>
          <a:off x="3299791" y="4358978"/>
          <a:ext cx="18367513" cy="65740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4721B8-B7E3-E661-480C-4B3CE94D349F}"/>
              </a:ext>
            </a:extLst>
          </p:cNvPr>
          <p:cNvSpPr>
            <a:spLocks noGrp="1"/>
          </p:cNvSpPr>
          <p:nvPr>
            <p:ph type="title"/>
          </p:nvPr>
        </p:nvSpPr>
        <p:spPr>
          <a:xfrm>
            <a:off x="2770709" y="65595"/>
            <a:ext cx="21971100" cy="1905000"/>
          </a:xfrm>
        </p:spPr>
        <p:txBody>
          <a:bodyPr/>
          <a:lstStyle/>
          <a:p>
            <a:r>
              <a:rPr lang="en-US" sz="8500">
                <a:latin typeface="Footlight MT Light" panose="0204060206030A020304" pitchFamily="18" charset="0"/>
              </a:rPr>
              <a:t>Implementation</a:t>
            </a:r>
            <a:r>
              <a:rPr lang="en-US"/>
              <a:t> </a:t>
            </a:r>
            <a:endParaRPr lang="en-IN"/>
          </a:p>
        </p:txBody>
      </p:sp>
    </p:spTree>
    <p:extLst>
      <p:ext uri="{BB962C8B-B14F-4D97-AF65-F5344CB8AC3E}">
        <p14:creationId xmlns:p14="http://schemas.microsoft.com/office/powerpoint/2010/main" val="4262373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6bc379c7b1_0_626"/>
          <p:cNvSpPr txBox="1">
            <a:spLocks noGrp="1"/>
          </p:cNvSpPr>
          <p:nvPr>
            <p:ph type="title"/>
          </p:nvPr>
        </p:nvSpPr>
        <p:spPr>
          <a:xfrm>
            <a:off x="1788160" y="986263"/>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8500" b="1" i="0" u="none" strike="noStrike" cap="none">
                <a:solidFill>
                  <a:srgbClr val="000000"/>
                </a:solidFill>
                <a:latin typeface="Footlight MT Light" panose="0204060206030A020304" pitchFamily="18" charset="0"/>
                <a:sym typeface="Helvetica Neue"/>
              </a:rPr>
              <a:t>Conclusion &amp; Future Work</a:t>
            </a:r>
            <a:endParaRPr>
              <a:latin typeface="Footlight MT Light" panose="0204060206030A020304" pitchFamily="18" charset="0"/>
            </a:endParaRPr>
          </a:p>
        </p:txBody>
      </p:sp>
      <p:sp>
        <p:nvSpPr>
          <p:cNvPr id="179" name="Google Shape;179;g36bc379c7b1_0_626"/>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16</a:t>
            </a:fld>
            <a:endParaRPr/>
          </a:p>
        </p:txBody>
      </p:sp>
      <p:graphicFrame>
        <p:nvGraphicFramePr>
          <p:cNvPr id="4" name="Diagram 3">
            <a:extLst>
              <a:ext uri="{FF2B5EF4-FFF2-40B4-BE49-F238E27FC236}">
                <a16:creationId xmlns:a16="http://schemas.microsoft.com/office/drawing/2014/main" id="{9FF33C88-61BA-4B98-B80E-0CCE64C8B8E9}"/>
              </a:ext>
            </a:extLst>
          </p:cNvPr>
          <p:cNvGraphicFramePr/>
          <p:nvPr>
            <p:extLst>
              <p:ext uri="{D42A27DB-BD31-4B8C-83A1-F6EECF244321}">
                <p14:modId xmlns:p14="http://schemas.microsoft.com/office/powerpoint/2010/main" val="2372444775"/>
              </p:ext>
            </p:extLst>
          </p:nvPr>
        </p:nvGraphicFramePr>
        <p:xfrm>
          <a:off x="4422420" y="3129972"/>
          <a:ext cx="14394181" cy="8461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36bc379c7b1_10_146"/>
          <p:cNvSpPr txBox="1">
            <a:spLocks noGrp="1"/>
          </p:cNvSpPr>
          <p:nvPr>
            <p:ph type="title"/>
          </p:nvPr>
        </p:nvSpPr>
        <p:spPr>
          <a:xfrm>
            <a:off x="2021509" y="1607402"/>
            <a:ext cx="21971100" cy="1433100"/>
          </a:xfrm>
          <a:prstGeom prst="rect">
            <a:avLst/>
          </a:prstGeom>
        </p:spPr>
        <p:txBody>
          <a:bodyPr spcFirstLastPara="1" wrap="square" lIns="50800" tIns="50800" rIns="50800" bIns="50800" anchor="t" anchorCtr="0">
            <a:normAutofit/>
          </a:bodyPr>
          <a:lstStyle/>
          <a:p>
            <a:pPr marL="0" lvl="0" indent="0" algn="l" rtl="0">
              <a:spcBef>
                <a:spcPts val="0"/>
              </a:spcBef>
              <a:spcAft>
                <a:spcPts val="0"/>
              </a:spcAft>
              <a:buNone/>
            </a:pPr>
            <a:r>
              <a:rPr lang="en-US">
                <a:latin typeface="Footlight MT Light" panose="0204060206030A020304" pitchFamily="18" charset="0"/>
              </a:rPr>
              <a:t>References</a:t>
            </a:r>
            <a:r>
              <a:rPr lang="en-US"/>
              <a:t> </a:t>
            </a:r>
            <a:endParaRPr/>
          </a:p>
        </p:txBody>
      </p:sp>
      <p:sp>
        <p:nvSpPr>
          <p:cNvPr id="4" name="TextBox 3">
            <a:extLst>
              <a:ext uri="{FF2B5EF4-FFF2-40B4-BE49-F238E27FC236}">
                <a16:creationId xmlns:a16="http://schemas.microsoft.com/office/drawing/2014/main" id="{9ABDE08A-6DEB-DDEE-F8BC-48F6B40D6336}"/>
              </a:ext>
            </a:extLst>
          </p:cNvPr>
          <p:cNvSpPr txBox="1"/>
          <p:nvPr/>
        </p:nvSpPr>
        <p:spPr>
          <a:xfrm>
            <a:off x="2167144" y="2821841"/>
            <a:ext cx="20049711" cy="9111662"/>
          </a:xfrm>
          <a:prstGeom prst="rect">
            <a:avLst/>
          </a:prstGeom>
          <a:noFill/>
        </p:spPr>
        <p:txBody>
          <a:bodyPr wrap="square">
            <a:spAutoFit/>
          </a:bodyPr>
          <a:lstStyle/>
          <a:p>
            <a:pPr marL="571500" indent="-571500">
              <a:lnSpc>
                <a:spcPct val="150000"/>
              </a:lnSpc>
              <a:buFont typeface="Arial" panose="020B0604020202020204" pitchFamily="34" charset="0"/>
              <a:buChar char="•"/>
            </a:pPr>
            <a:r>
              <a:rPr lang="en-GB" sz="4400" dirty="0">
                <a:latin typeface="Times New Roman" panose="02020603050405020304" pitchFamily="18" charset="0"/>
                <a:cs typeface="Times New Roman" panose="02020603050405020304" pitchFamily="18" charset="0"/>
              </a:rPr>
              <a:t>Hopcroft, J. E., Motwani, R., &amp; Ullman, J</a:t>
            </a:r>
            <a:r>
              <a:rPr lang="en-GB" sz="4400">
                <a:latin typeface="Times New Roman" panose="02020603050405020304" pitchFamily="18" charset="0"/>
                <a:cs typeface="Times New Roman" panose="02020603050405020304" pitchFamily="18" charset="0"/>
              </a:rPr>
              <a:t>.</a:t>
            </a:r>
            <a:r>
              <a:rPr lang="en-GB" sz="4400" dirty="0">
                <a:latin typeface="Times New Roman" panose="02020603050405020304" pitchFamily="18" charset="0"/>
                <a:cs typeface="Times New Roman" panose="02020603050405020304" pitchFamily="18" charset="0"/>
              </a:rPr>
              <a:t> D., Introduction to Automata Theory, Languages, and Computation, Pearson.</a:t>
            </a:r>
          </a:p>
          <a:p>
            <a:pPr marL="571500" indent="-571500">
              <a:lnSpc>
                <a:spcPct val="150000"/>
              </a:lnSpc>
              <a:buFont typeface="Arial" panose="020B0604020202020204" pitchFamily="34" charset="0"/>
              <a:buChar char="•"/>
            </a:pPr>
            <a:r>
              <a:rPr lang="en-GB" sz="4400" dirty="0" err="1">
                <a:latin typeface="Times New Roman" panose="02020603050405020304" pitchFamily="18" charset="0"/>
                <a:cs typeface="Times New Roman" panose="02020603050405020304" pitchFamily="18" charset="0"/>
              </a:rPr>
              <a:t>Sipser</a:t>
            </a:r>
            <a:r>
              <a:rPr lang="en-GB" sz="4400" dirty="0">
                <a:latin typeface="Times New Roman" panose="02020603050405020304" pitchFamily="18" charset="0"/>
                <a:cs typeface="Times New Roman" panose="02020603050405020304" pitchFamily="18" charset="0"/>
              </a:rPr>
              <a:t>, M., Introduction to the Theory of Computation, Cengage Learning.</a:t>
            </a:r>
          </a:p>
          <a:p>
            <a:pPr marL="571500" indent="-571500">
              <a:lnSpc>
                <a:spcPct val="150000"/>
              </a:lnSpc>
              <a:buFont typeface="Arial" panose="020B0604020202020204" pitchFamily="34" charset="0"/>
              <a:buChar char="•"/>
            </a:pPr>
            <a:r>
              <a:rPr lang="en-GB" sz="4400" dirty="0">
                <a:latin typeface="Times New Roman" panose="02020603050405020304" pitchFamily="18" charset="0"/>
                <a:cs typeface="Times New Roman" panose="02020603050405020304" pitchFamily="18" charset="0"/>
              </a:rPr>
              <a:t>Peter Linz, An Introduction to Formal Languages and Automata, Jones &amp; Bartlett Learning.</a:t>
            </a:r>
          </a:p>
          <a:p>
            <a:pPr marL="571500" indent="-571500">
              <a:lnSpc>
                <a:spcPct val="150000"/>
              </a:lnSpc>
              <a:buFont typeface="Arial" panose="020B0604020202020204" pitchFamily="34" charset="0"/>
              <a:buChar char="•"/>
            </a:pPr>
            <a:r>
              <a:rPr lang="en-GB" sz="4400" dirty="0">
                <a:latin typeface="Times New Roman" panose="02020603050405020304" pitchFamily="18" charset="0"/>
                <a:cs typeface="Times New Roman" panose="02020603050405020304" pitchFamily="18" charset="0"/>
              </a:rPr>
              <a:t>Aho, A</a:t>
            </a:r>
            <a:r>
              <a:rPr lang="en-GB" sz="4400">
                <a:latin typeface="Times New Roman" panose="02020603050405020304" pitchFamily="18" charset="0"/>
                <a:cs typeface="Times New Roman" panose="02020603050405020304" pitchFamily="18" charset="0"/>
              </a:rPr>
              <a:t>. </a:t>
            </a:r>
            <a:r>
              <a:rPr lang="en-GB" sz="4400" dirty="0">
                <a:latin typeface="Times New Roman" panose="02020603050405020304" pitchFamily="18" charset="0"/>
                <a:cs typeface="Times New Roman" panose="02020603050405020304" pitchFamily="18" charset="0"/>
              </a:rPr>
              <a:t>V., Lam, M. S., Sethi</a:t>
            </a:r>
            <a:r>
              <a:rPr lang="en-GB" sz="4400">
                <a:latin typeface="Times New Roman" panose="02020603050405020304" pitchFamily="18" charset="0"/>
                <a:cs typeface="Times New Roman" panose="02020603050405020304" pitchFamily="18" charset="0"/>
              </a:rPr>
              <a:t>, </a:t>
            </a:r>
            <a:r>
              <a:rPr lang="en-GB" sz="4400" dirty="0">
                <a:latin typeface="Times New Roman" panose="02020603050405020304" pitchFamily="18" charset="0"/>
                <a:cs typeface="Times New Roman" panose="02020603050405020304" pitchFamily="18" charset="0"/>
              </a:rPr>
              <a:t>R., &amp; Ullman, J</a:t>
            </a:r>
            <a:r>
              <a:rPr lang="en-GB" sz="4400">
                <a:latin typeface="Times New Roman" panose="02020603050405020304" pitchFamily="18" charset="0"/>
                <a:cs typeface="Times New Roman" panose="02020603050405020304" pitchFamily="18" charset="0"/>
              </a:rPr>
              <a:t>. </a:t>
            </a:r>
            <a:r>
              <a:rPr lang="en-GB" sz="4400" dirty="0">
                <a:latin typeface="Times New Roman" panose="02020603050405020304" pitchFamily="18" charset="0"/>
                <a:cs typeface="Times New Roman" panose="02020603050405020304" pitchFamily="18" charset="0"/>
              </a:rPr>
              <a:t>D., Compilers</a:t>
            </a:r>
            <a:r>
              <a:rPr lang="en-GB" sz="4400">
                <a:latin typeface="Times New Roman" panose="02020603050405020304" pitchFamily="18" charset="0"/>
                <a:cs typeface="Times New Roman" panose="02020603050405020304" pitchFamily="18" charset="0"/>
              </a:rPr>
              <a:t>: </a:t>
            </a:r>
            <a:r>
              <a:rPr lang="en-GB" sz="4400" dirty="0">
                <a:latin typeface="Times New Roman" panose="02020603050405020304" pitchFamily="18" charset="0"/>
                <a:cs typeface="Times New Roman" panose="02020603050405020304" pitchFamily="18" charset="0"/>
              </a:rPr>
              <a:t>Principles, Techniques, and Tools, Pearson</a:t>
            </a:r>
            <a:r>
              <a:rPr lang="en-GB" sz="4400">
                <a:latin typeface="Times New Roman" panose="02020603050405020304" pitchFamily="18" charset="0"/>
                <a:cs typeface="Times New Roman" panose="02020603050405020304" pitchFamily="18" charset="0"/>
              </a:rPr>
              <a:t>.</a:t>
            </a:r>
          </a:p>
          <a:p>
            <a:pPr marL="571500" indent="-571500">
              <a:lnSpc>
                <a:spcPct val="150000"/>
              </a:lnSpc>
              <a:buFont typeface="Arial" panose="020B0604020202020204" pitchFamily="34" charset="0"/>
              <a:buChar char="•"/>
            </a:pPr>
            <a:r>
              <a:rPr lang="en-GB" sz="4400" dirty="0">
                <a:latin typeface="Times New Roman" panose="02020603050405020304" pitchFamily="18" charset="0"/>
                <a:cs typeface="Times New Roman" panose="02020603050405020304" pitchFamily="18" charset="0"/>
              </a:rPr>
              <a:t>Lewis, H. R., &amp; Papadimitriou, C. H., Elements of the Theory of Computation, Pearson.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BFCDC7-CEBB-382F-C388-ED9DAB111660}"/>
              </a:ext>
            </a:extLst>
          </p:cNvPr>
          <p:cNvSpPr txBox="1"/>
          <p:nvPr/>
        </p:nvSpPr>
        <p:spPr>
          <a:xfrm>
            <a:off x="9160786" y="5657027"/>
            <a:ext cx="6503284" cy="1569660"/>
          </a:xfrm>
          <a:prstGeom prst="rect">
            <a:avLst/>
          </a:prstGeom>
          <a:noFill/>
        </p:spPr>
        <p:txBody>
          <a:bodyPr wrap="square" rtlCol="0">
            <a:spAutoFit/>
          </a:bodyPr>
          <a:lstStyle/>
          <a:p>
            <a:r>
              <a:rPr lang="en-IN" sz="9600" b="1">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036646636"/>
      </p:ext>
    </p:extLst>
  </p:cSld>
  <p:clrMapOvr>
    <a:masterClrMapping/>
  </p:clrMapOvr>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18</Slides>
  <Notes>15</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21_BasicWhite</vt:lpstr>
      <vt:lpstr>Web-Based Finite Automata Simulator and String Validator</vt:lpstr>
      <vt:lpstr>Abstract </vt:lpstr>
      <vt:lpstr>Introduction</vt:lpstr>
      <vt:lpstr>Problem Statement</vt:lpstr>
      <vt:lpstr> Objectives</vt:lpstr>
      <vt:lpstr>  Literature Survey</vt:lpstr>
      <vt:lpstr>PowerPoint Presentation</vt:lpstr>
      <vt:lpstr>System Architecture / Workflow</vt:lpstr>
      <vt:lpstr>Module 1: Automata Creation  </vt:lpstr>
      <vt:lpstr>Module 2: Automata Visualization </vt:lpstr>
      <vt:lpstr>Module 3: String Validator  </vt:lpstr>
      <vt:lpstr>Module 4: Step-by-Step Simulator </vt:lpstr>
      <vt:lpstr>Module 5: NFA to DFA Conversion  </vt:lpstr>
      <vt:lpstr>Evaluation And Testing</vt:lpstr>
      <vt:lpstr>Implementation </vt:lpstr>
      <vt:lpstr>Conclusion &amp; Future Work</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cp:lastModifiedBy>Sanjay Odiyar</cp:lastModifiedBy>
  <cp:revision>5</cp:revision>
  <dcterms:modified xsi:type="dcterms:W3CDTF">2026-07-27T02:42:24Z</dcterms:modified>
</cp:coreProperties>
</file>